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09" r:id="rId1"/>
  </p:sldMasterIdLst>
  <p:notesMasterIdLst>
    <p:notesMasterId r:id="rId7"/>
  </p:notesMasterIdLst>
  <p:handoutMasterIdLst>
    <p:handoutMasterId r:id="rId8"/>
  </p:handoutMasterIdLst>
  <p:sldIdLst>
    <p:sldId id="1211" r:id="rId2"/>
    <p:sldId id="1216" r:id="rId3"/>
    <p:sldId id="1213" r:id="rId4"/>
    <p:sldId id="1215" r:id="rId5"/>
    <p:sldId id="1217" r:id="rId6"/>
  </p:sldIdLst>
  <p:sldSz cx="12192000" cy="6858000"/>
  <p:notesSz cx="6858000" cy="9144000"/>
  <p:defaultTextStyle>
    <a:defPPr>
      <a:defRPr lang="de-DE"/>
    </a:defPPr>
    <a:lvl1pPr marL="0" algn="l" defTabSz="91426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396" algn="l" defTabSz="91426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528" algn="l" defTabSz="91426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662" algn="l" defTabSz="91426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2790" algn="l" defTabSz="91426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ipan Sengupta" initials="SS" lastIdx="3" clrIdx="0">
    <p:extLst>
      <p:ext uri="{19B8F6BF-5375-455C-9EA6-DF929625EA0E}">
        <p15:presenceInfo xmlns:p15="http://schemas.microsoft.com/office/powerpoint/2012/main" userId="S-1-5-21-606556421-2493565050-3952895198-2647" providerId="AD"/>
      </p:ext>
    </p:extLst>
  </p:cmAuthor>
  <p:cmAuthor id="2" name="Sushant Bhogte" initials="SB" lastIdx="2" clrIdx="1">
    <p:extLst>
      <p:ext uri="{19B8F6BF-5375-455C-9EA6-DF929625EA0E}">
        <p15:presenceInfo xmlns:p15="http://schemas.microsoft.com/office/powerpoint/2012/main" userId="Sushant Bhogt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ACF93"/>
    <a:srgbClr val="5AF093"/>
    <a:srgbClr val="18A062"/>
    <a:srgbClr val="64BCA7"/>
    <a:srgbClr val="2ABDDA"/>
    <a:srgbClr val="5AB5E2"/>
    <a:srgbClr val="5AD7E1"/>
    <a:srgbClr val="5AD7C8"/>
    <a:srgbClr val="5ADC93"/>
    <a:srgbClr val="43D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Joshi" userId="f4757828-5b73-44f0-be42-f9a02a1b8bcf" providerId="ADAL" clId="{596917C9-9CDE-490D-8150-43CE3B1A07B9}"/>
    <pc:docChg chg="custSel modSld">
      <pc:chgData name="Neha Joshi" userId="f4757828-5b73-44f0-be42-f9a02a1b8bcf" providerId="ADAL" clId="{596917C9-9CDE-490D-8150-43CE3B1A07B9}" dt="2025-09-04T09:10:29.651" v="45" actId="14100"/>
      <pc:docMkLst>
        <pc:docMk/>
      </pc:docMkLst>
      <pc:sldChg chg="modSp mod">
        <pc:chgData name="Neha Joshi" userId="f4757828-5b73-44f0-be42-f9a02a1b8bcf" providerId="ADAL" clId="{596917C9-9CDE-490D-8150-43CE3B1A07B9}" dt="2025-09-04T06:40:37.678" v="9" actId="20577"/>
        <pc:sldMkLst>
          <pc:docMk/>
          <pc:sldMk cId="2397453517" sldId="1211"/>
        </pc:sldMkLst>
        <pc:spChg chg="mod">
          <ac:chgData name="Neha Joshi" userId="f4757828-5b73-44f0-be42-f9a02a1b8bcf" providerId="ADAL" clId="{596917C9-9CDE-490D-8150-43CE3B1A07B9}" dt="2025-09-04T06:40:37.678" v="9" actId="20577"/>
          <ac:spMkLst>
            <pc:docMk/>
            <pc:sldMk cId="2397453517" sldId="1211"/>
            <ac:spMk id="2" creationId="{00000000-0000-0000-0000-000000000000}"/>
          </ac:spMkLst>
        </pc:spChg>
      </pc:sldChg>
      <pc:sldChg chg="modSp mod">
        <pc:chgData name="Neha Joshi" userId="f4757828-5b73-44f0-be42-f9a02a1b8bcf" providerId="ADAL" clId="{596917C9-9CDE-490D-8150-43CE3B1A07B9}" dt="2025-09-04T07:26:37.561" v="11"/>
        <pc:sldMkLst>
          <pc:docMk/>
          <pc:sldMk cId="2869951854" sldId="1213"/>
        </pc:sldMkLst>
        <pc:spChg chg="mod">
          <ac:chgData name="Neha Joshi" userId="f4757828-5b73-44f0-be42-f9a02a1b8bcf" providerId="ADAL" clId="{596917C9-9CDE-490D-8150-43CE3B1A07B9}" dt="2025-09-04T07:26:37.561" v="11"/>
          <ac:spMkLst>
            <pc:docMk/>
            <pc:sldMk cId="2869951854" sldId="1213"/>
            <ac:spMk id="33" creationId="{00000000-0000-0000-0000-000000000000}"/>
          </ac:spMkLst>
        </pc:spChg>
      </pc:sldChg>
      <pc:sldChg chg="addSp delSp modSp mod">
        <pc:chgData name="Neha Joshi" userId="f4757828-5b73-44f0-be42-f9a02a1b8bcf" providerId="ADAL" clId="{596917C9-9CDE-490D-8150-43CE3B1A07B9}" dt="2025-09-04T09:10:29.651" v="45" actId="14100"/>
        <pc:sldMkLst>
          <pc:docMk/>
          <pc:sldMk cId="2628447491" sldId="1216"/>
        </pc:sldMkLst>
        <pc:spChg chg="mod">
          <ac:chgData name="Neha Joshi" userId="f4757828-5b73-44f0-be42-f9a02a1b8bcf" providerId="ADAL" clId="{596917C9-9CDE-490D-8150-43CE3B1A07B9}" dt="2025-09-04T07:34:11.761" v="21" actId="20577"/>
          <ac:spMkLst>
            <pc:docMk/>
            <pc:sldMk cId="2628447491" sldId="1216"/>
            <ac:spMk id="33" creationId="{8D0AD3B1-96D2-F0EC-8D25-1708650D4F32}"/>
          </ac:spMkLst>
        </pc:spChg>
        <pc:spChg chg="mod">
          <ac:chgData name="Neha Joshi" userId="f4757828-5b73-44f0-be42-f9a02a1b8bcf" providerId="ADAL" clId="{596917C9-9CDE-490D-8150-43CE3B1A07B9}" dt="2025-09-04T08:56:17.425" v="32" actId="20577"/>
          <ac:spMkLst>
            <pc:docMk/>
            <pc:sldMk cId="2628447491" sldId="1216"/>
            <ac:spMk id="34" creationId="{BEDE3D7A-5678-C5F8-A37C-1730D2A71694}"/>
          </ac:spMkLst>
        </pc:spChg>
      </pc:sldChg>
    </pc:docChg>
  </pc:docChgLst>
  <pc:docChgLst>
    <pc:chgData name="Neha Joshi" userId="f4757828-5b73-44f0-be42-f9a02a1b8bcf" providerId="ADAL" clId="{903FBDD2-16CB-4FC2-845C-025BC394C663}"/>
    <pc:docChg chg="undo custSel modSld">
      <pc:chgData name="Neha Joshi" userId="f4757828-5b73-44f0-be42-f9a02a1b8bcf" providerId="ADAL" clId="{903FBDD2-16CB-4FC2-845C-025BC394C663}" dt="2025-09-25T07:48:12.953" v="109" actId="1076"/>
      <pc:docMkLst>
        <pc:docMk/>
      </pc:docMkLst>
      <pc:sldChg chg="modSp mod">
        <pc:chgData name="Neha Joshi" userId="f4757828-5b73-44f0-be42-f9a02a1b8bcf" providerId="ADAL" clId="{903FBDD2-16CB-4FC2-845C-025BC394C663}" dt="2025-09-25T07:38:23.964" v="67" actId="20577"/>
        <pc:sldMkLst>
          <pc:docMk/>
          <pc:sldMk cId="2397453517" sldId="1211"/>
        </pc:sldMkLst>
        <pc:spChg chg="mod">
          <ac:chgData name="Neha Joshi" userId="f4757828-5b73-44f0-be42-f9a02a1b8bcf" providerId="ADAL" clId="{903FBDD2-16CB-4FC2-845C-025BC394C663}" dt="2025-09-25T07:38:23.964" v="67" actId="20577"/>
          <ac:spMkLst>
            <pc:docMk/>
            <pc:sldMk cId="2397453517" sldId="1211"/>
            <ac:spMk id="2" creationId="{00000000-0000-0000-0000-000000000000}"/>
          </ac:spMkLst>
        </pc:spChg>
      </pc:sldChg>
      <pc:sldChg chg="modSp mod">
        <pc:chgData name="Neha Joshi" userId="f4757828-5b73-44f0-be42-f9a02a1b8bcf" providerId="ADAL" clId="{903FBDD2-16CB-4FC2-845C-025BC394C663}" dt="2025-09-11T09:08:06.462" v="63"/>
        <pc:sldMkLst>
          <pc:docMk/>
          <pc:sldMk cId="2869951854" sldId="1213"/>
        </pc:sldMkLst>
        <pc:spChg chg="mod">
          <ac:chgData name="Neha Joshi" userId="f4757828-5b73-44f0-be42-f9a02a1b8bcf" providerId="ADAL" clId="{903FBDD2-16CB-4FC2-845C-025BC394C663}" dt="2025-09-11T09:07:55.759" v="61"/>
          <ac:spMkLst>
            <pc:docMk/>
            <pc:sldMk cId="2869951854" sldId="1213"/>
            <ac:spMk id="33" creationId="{00000000-0000-0000-0000-000000000000}"/>
          </ac:spMkLst>
        </pc:spChg>
        <pc:spChg chg="mod">
          <ac:chgData name="Neha Joshi" userId="f4757828-5b73-44f0-be42-f9a02a1b8bcf" providerId="ADAL" clId="{903FBDD2-16CB-4FC2-845C-025BC394C663}" dt="2025-09-11T09:08:06.462" v="63"/>
          <ac:spMkLst>
            <pc:docMk/>
            <pc:sldMk cId="2869951854" sldId="1213"/>
            <ac:spMk id="34" creationId="{00000000-0000-0000-0000-000000000000}"/>
          </ac:spMkLst>
        </pc:spChg>
      </pc:sldChg>
      <pc:sldChg chg="addSp delSp modSp mod">
        <pc:chgData name="Neha Joshi" userId="f4757828-5b73-44f0-be42-f9a02a1b8bcf" providerId="ADAL" clId="{903FBDD2-16CB-4FC2-845C-025BC394C663}" dt="2025-09-25T07:48:12.953" v="109" actId="1076"/>
        <pc:sldMkLst>
          <pc:docMk/>
          <pc:sldMk cId="2628447491" sldId="1216"/>
        </pc:sldMkLst>
        <pc:spChg chg="add mod">
          <ac:chgData name="Neha Joshi" userId="f4757828-5b73-44f0-be42-f9a02a1b8bcf" providerId="ADAL" clId="{903FBDD2-16CB-4FC2-845C-025BC394C663}" dt="2025-09-11T08:04:05.509" v="6" actId="1076"/>
          <ac:spMkLst>
            <pc:docMk/>
            <pc:sldMk cId="2628447491" sldId="1216"/>
            <ac:spMk id="5" creationId="{F47931C2-B9D0-0008-7F70-74F1D0969A5C}"/>
          </ac:spMkLst>
        </pc:spChg>
        <pc:spChg chg="add mod">
          <ac:chgData name="Neha Joshi" userId="f4757828-5b73-44f0-be42-f9a02a1b8bcf" providerId="ADAL" clId="{903FBDD2-16CB-4FC2-845C-025BC394C663}" dt="2025-09-25T07:47:40.436" v="104" actId="1076"/>
          <ac:spMkLst>
            <pc:docMk/>
            <pc:sldMk cId="2628447491" sldId="1216"/>
            <ac:spMk id="7" creationId="{84E63768-EB9F-D8A8-389D-2EE84EA74D0A}"/>
          </ac:spMkLst>
        </pc:spChg>
        <pc:spChg chg="mod">
          <ac:chgData name="Neha Joshi" userId="f4757828-5b73-44f0-be42-f9a02a1b8bcf" providerId="ADAL" clId="{903FBDD2-16CB-4FC2-845C-025BC394C663}" dt="2025-09-25T07:44:17.017" v="77" actId="20577"/>
          <ac:spMkLst>
            <pc:docMk/>
            <pc:sldMk cId="2628447491" sldId="1216"/>
            <ac:spMk id="33" creationId="{8D0AD3B1-96D2-F0EC-8D25-1708650D4F32}"/>
          </ac:spMkLst>
        </pc:spChg>
        <pc:spChg chg="mod">
          <ac:chgData name="Neha Joshi" userId="f4757828-5b73-44f0-be42-f9a02a1b8bcf" providerId="ADAL" clId="{903FBDD2-16CB-4FC2-845C-025BC394C663}" dt="2025-09-11T09:00:54.663" v="29" actId="1076"/>
          <ac:spMkLst>
            <pc:docMk/>
            <pc:sldMk cId="2628447491" sldId="1216"/>
            <ac:spMk id="34" creationId="{BEDE3D7A-5678-C5F8-A37C-1730D2A71694}"/>
          </ac:spMkLst>
        </pc:spChg>
        <pc:spChg chg="mod">
          <ac:chgData name="Neha Joshi" userId="f4757828-5b73-44f0-be42-f9a02a1b8bcf" providerId="ADAL" clId="{903FBDD2-16CB-4FC2-845C-025BC394C663}" dt="2025-09-11T09:00:44.821" v="24"/>
          <ac:spMkLst>
            <pc:docMk/>
            <pc:sldMk cId="2628447491" sldId="1216"/>
            <ac:spMk id="35" creationId="{23240554-65C0-5E76-4852-F953B7E185DE}"/>
          </ac:spMkLst>
        </pc:spChg>
        <pc:graphicFrameChg chg="add del mod modGraphic">
          <ac:chgData name="Neha Joshi" userId="f4757828-5b73-44f0-be42-f9a02a1b8bcf" providerId="ADAL" clId="{903FBDD2-16CB-4FC2-845C-025BC394C663}" dt="2025-09-25T07:47:01.383" v="101" actId="478"/>
          <ac:graphicFrameMkLst>
            <pc:docMk/>
            <pc:sldMk cId="2628447491" sldId="1216"/>
            <ac:graphicFrameMk id="3" creationId="{647928FE-FBC7-30F7-D42E-B910531DCB18}"/>
          </ac:graphicFrameMkLst>
        </pc:graphicFrameChg>
        <pc:graphicFrameChg chg="add mod modGraphic">
          <ac:chgData name="Neha Joshi" userId="f4757828-5b73-44f0-be42-f9a02a1b8bcf" providerId="ADAL" clId="{903FBDD2-16CB-4FC2-845C-025BC394C663}" dt="2025-09-25T07:46:21.057" v="98" actId="14100"/>
          <ac:graphicFrameMkLst>
            <pc:docMk/>
            <pc:sldMk cId="2628447491" sldId="1216"/>
            <ac:graphicFrameMk id="4" creationId="{16BE1221-9DE1-93BB-29C0-AA4BF7986901}"/>
          </ac:graphicFrameMkLst>
        </pc:graphicFrameChg>
        <pc:graphicFrameChg chg="add mod modGraphic">
          <ac:chgData name="Neha Joshi" userId="f4757828-5b73-44f0-be42-f9a02a1b8bcf" providerId="ADAL" clId="{903FBDD2-16CB-4FC2-845C-025BC394C663}" dt="2025-09-25T07:48:12.953" v="109" actId="1076"/>
          <ac:graphicFrameMkLst>
            <pc:docMk/>
            <pc:sldMk cId="2628447491" sldId="1216"/>
            <ac:graphicFrameMk id="6" creationId="{94DDB1B7-0DD7-3F2E-48E7-3B0C38BF9F22}"/>
          </ac:graphicFrameMkLst>
        </pc:graphicFrameChg>
        <pc:graphicFrameChg chg="add del mod">
          <ac:chgData name="Neha Joshi" userId="f4757828-5b73-44f0-be42-f9a02a1b8bcf" providerId="ADAL" clId="{903FBDD2-16CB-4FC2-845C-025BC394C663}" dt="2025-09-25T07:44:58.326" v="78" actId="478"/>
          <ac:graphicFrameMkLst>
            <pc:docMk/>
            <pc:sldMk cId="2628447491" sldId="1216"/>
            <ac:graphicFrameMk id="10" creationId="{D3F9C7B8-AC39-5A03-951F-D41ACC411F7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20E7D-EA44-403C-B139-2EB904B12062}" type="doc">
      <dgm:prSet loTypeId="urn:microsoft.com/office/officeart/2005/8/layout/hList7" loCatId="list" qsTypeId="urn:microsoft.com/office/officeart/2005/8/quickstyle/simple1" qsCatId="simple" csTypeId="urn:microsoft.com/office/officeart/2005/8/colors/colorful5" csCatId="colorful" phldr="1"/>
      <dgm:spPr/>
    </dgm:pt>
    <dgm:pt modelId="{55D7EB20-FF1F-4B5C-8310-8CDAB4096156}">
      <dgm:prSet phldrT="[Text]"/>
      <dgm:spPr/>
      <dgm:t>
        <a:bodyPr/>
        <a:lstStyle/>
        <a:p>
          <a:r>
            <a:rPr lang="en-US"/>
            <a:t>Bug Fixes</a:t>
          </a:r>
        </a:p>
      </dgm:t>
    </dgm:pt>
    <dgm:pt modelId="{EB2BA1BE-915B-458B-9F17-E6889D131096}" type="parTrans" cxnId="{C2F2D7AC-C9F5-46F0-AD6B-9A0B3612E38B}">
      <dgm:prSet/>
      <dgm:spPr/>
      <dgm:t>
        <a:bodyPr/>
        <a:lstStyle/>
        <a:p>
          <a:endParaRPr lang="en-US"/>
        </a:p>
      </dgm:t>
    </dgm:pt>
    <dgm:pt modelId="{CFC1AE68-AFAF-4F89-9362-B88672F8EA5F}" type="sibTrans" cxnId="{C2F2D7AC-C9F5-46F0-AD6B-9A0B3612E38B}">
      <dgm:prSet/>
      <dgm:spPr/>
      <dgm:t>
        <a:bodyPr/>
        <a:lstStyle/>
        <a:p>
          <a:endParaRPr lang="en-US"/>
        </a:p>
      </dgm:t>
    </dgm:pt>
    <dgm:pt modelId="{BBBACA13-3080-4AF5-8D90-747699F2720A}">
      <dgm:prSet phldrT="[Text]"/>
      <dgm:spPr/>
      <dgm:t>
        <a:bodyPr/>
        <a:lstStyle/>
        <a:p>
          <a:r>
            <a:rPr lang="en-US"/>
            <a:t>Functional Excellence</a:t>
          </a:r>
        </a:p>
      </dgm:t>
    </dgm:pt>
    <dgm:pt modelId="{6CB3C7A2-4761-407F-A526-6F2AB91FCBC5}" type="parTrans" cxnId="{86A2AD8A-3236-4128-BC59-0448FB853677}">
      <dgm:prSet/>
      <dgm:spPr/>
      <dgm:t>
        <a:bodyPr/>
        <a:lstStyle/>
        <a:p>
          <a:endParaRPr lang="en-US"/>
        </a:p>
      </dgm:t>
    </dgm:pt>
    <dgm:pt modelId="{681F93EB-5D99-4D69-9DDB-30A2949E2780}" type="sibTrans" cxnId="{86A2AD8A-3236-4128-BC59-0448FB853677}">
      <dgm:prSet/>
      <dgm:spPr/>
      <dgm:t>
        <a:bodyPr/>
        <a:lstStyle/>
        <a:p>
          <a:endParaRPr lang="en-US"/>
        </a:p>
      </dgm:t>
    </dgm:pt>
    <dgm:pt modelId="{D00570E9-0D54-4572-A44F-F83680383023}">
      <dgm:prSet phldrT="[Text]"/>
      <dgm:spPr/>
      <dgm:t>
        <a:bodyPr/>
        <a:lstStyle/>
        <a:p>
          <a:r>
            <a:rPr lang="en-US"/>
            <a:t>Simplification</a:t>
          </a:r>
        </a:p>
        <a:p>
          <a:r>
            <a:rPr lang="en-US"/>
            <a:t>And </a:t>
          </a:r>
        </a:p>
        <a:p>
          <a:r>
            <a:rPr lang="en-US"/>
            <a:t>Automation</a:t>
          </a:r>
        </a:p>
      </dgm:t>
    </dgm:pt>
    <dgm:pt modelId="{26ACC00D-F774-48FC-8A6C-D2F2EB5058DC}" type="parTrans" cxnId="{C3074BAE-2306-4456-98EE-531D713CA37A}">
      <dgm:prSet/>
      <dgm:spPr/>
      <dgm:t>
        <a:bodyPr/>
        <a:lstStyle/>
        <a:p>
          <a:endParaRPr lang="en-US"/>
        </a:p>
      </dgm:t>
    </dgm:pt>
    <dgm:pt modelId="{85839884-F8F1-4BF2-BFC8-E9FC74850B6A}" type="sibTrans" cxnId="{C3074BAE-2306-4456-98EE-531D713CA37A}">
      <dgm:prSet/>
      <dgm:spPr/>
      <dgm:t>
        <a:bodyPr/>
        <a:lstStyle/>
        <a:p>
          <a:endParaRPr lang="en-US"/>
        </a:p>
      </dgm:t>
    </dgm:pt>
    <dgm:pt modelId="{2B1AFFC5-98FD-4B8C-9FAF-774E428A6AD4}">
      <dgm:prSet phldrT="[Text]"/>
      <dgm:spPr/>
      <dgm:t>
        <a:bodyPr/>
        <a:lstStyle/>
        <a:p>
          <a:r>
            <a:rPr lang="en-US"/>
            <a:t>Analytics</a:t>
          </a:r>
        </a:p>
      </dgm:t>
    </dgm:pt>
    <dgm:pt modelId="{554003E2-CDA1-423D-A6A9-A2D34E1041B9}" type="parTrans" cxnId="{3237FF1C-E65F-4F93-9FED-4823CD5C187D}">
      <dgm:prSet/>
      <dgm:spPr/>
      <dgm:t>
        <a:bodyPr/>
        <a:lstStyle/>
        <a:p>
          <a:endParaRPr lang="en-US"/>
        </a:p>
      </dgm:t>
    </dgm:pt>
    <dgm:pt modelId="{88AB0B57-1CEC-46D0-A661-A443EB151F2B}" type="sibTrans" cxnId="{3237FF1C-E65F-4F93-9FED-4823CD5C187D}">
      <dgm:prSet/>
      <dgm:spPr/>
      <dgm:t>
        <a:bodyPr/>
        <a:lstStyle/>
        <a:p>
          <a:endParaRPr lang="en-US"/>
        </a:p>
      </dgm:t>
    </dgm:pt>
    <dgm:pt modelId="{66BD6E11-AE42-4572-953B-4B07E9240D6D}">
      <dgm:prSet phldrT="[Text]"/>
      <dgm:spPr/>
      <dgm:t>
        <a:bodyPr/>
        <a:lstStyle/>
        <a:p>
          <a:r>
            <a:rPr lang="en-US"/>
            <a:t>Efficiency Achieved</a:t>
          </a:r>
        </a:p>
      </dgm:t>
    </dgm:pt>
    <dgm:pt modelId="{749BD7C0-B346-4F31-887E-10A6D9141F85}" type="parTrans" cxnId="{3CB8DFBC-54F5-4775-ADC6-A0249F7EF536}">
      <dgm:prSet/>
      <dgm:spPr/>
      <dgm:t>
        <a:bodyPr/>
        <a:lstStyle/>
        <a:p>
          <a:endParaRPr lang="en-US"/>
        </a:p>
      </dgm:t>
    </dgm:pt>
    <dgm:pt modelId="{CE0EFA40-31FF-4F02-86B4-149E432B6C99}" type="sibTrans" cxnId="{3CB8DFBC-54F5-4775-ADC6-A0249F7EF536}">
      <dgm:prSet/>
      <dgm:spPr/>
      <dgm:t>
        <a:bodyPr/>
        <a:lstStyle/>
        <a:p>
          <a:endParaRPr lang="en-US"/>
        </a:p>
      </dgm:t>
    </dgm:pt>
    <dgm:pt modelId="{EA0FD81A-C204-4965-AA55-AF908A774383}" type="pres">
      <dgm:prSet presAssocID="{48A20E7D-EA44-403C-B139-2EB904B12062}" presName="Name0" presStyleCnt="0">
        <dgm:presLayoutVars>
          <dgm:dir/>
          <dgm:resizeHandles val="exact"/>
        </dgm:presLayoutVars>
      </dgm:prSet>
      <dgm:spPr/>
    </dgm:pt>
    <dgm:pt modelId="{F966246A-38CD-4801-BABE-79AAB8374FCE}" type="pres">
      <dgm:prSet presAssocID="{48A20E7D-EA44-403C-B139-2EB904B12062}" presName="fgShape" presStyleLbl="fgShp" presStyleIdx="0" presStyleCnt="1"/>
      <dgm:spPr/>
    </dgm:pt>
    <dgm:pt modelId="{B6DD01C8-2994-4988-991A-C8724CE65885}" type="pres">
      <dgm:prSet presAssocID="{48A20E7D-EA44-403C-B139-2EB904B12062}" presName="linComp" presStyleCnt="0"/>
      <dgm:spPr/>
    </dgm:pt>
    <dgm:pt modelId="{BB702E29-6AB5-45C9-AECD-150BDF65406A}" type="pres">
      <dgm:prSet presAssocID="{55D7EB20-FF1F-4B5C-8310-8CDAB4096156}" presName="compNode" presStyleCnt="0"/>
      <dgm:spPr/>
    </dgm:pt>
    <dgm:pt modelId="{06041FD2-15B8-45E4-9441-20AA67B53FC6}" type="pres">
      <dgm:prSet presAssocID="{55D7EB20-FF1F-4B5C-8310-8CDAB4096156}" presName="bkgdShape" presStyleLbl="node1" presStyleIdx="0" presStyleCnt="5"/>
      <dgm:spPr/>
    </dgm:pt>
    <dgm:pt modelId="{AC0DC81D-1D04-4765-8DBF-32070B5F89EF}" type="pres">
      <dgm:prSet presAssocID="{55D7EB20-FF1F-4B5C-8310-8CDAB4096156}" presName="nodeTx" presStyleLbl="node1" presStyleIdx="0" presStyleCnt="5">
        <dgm:presLayoutVars>
          <dgm:bulletEnabled val="1"/>
        </dgm:presLayoutVars>
      </dgm:prSet>
      <dgm:spPr/>
    </dgm:pt>
    <dgm:pt modelId="{BD839C96-554F-4861-80CD-7ACC43DE5CDB}" type="pres">
      <dgm:prSet presAssocID="{55D7EB20-FF1F-4B5C-8310-8CDAB4096156}" presName="invisiNode" presStyleLbl="node1" presStyleIdx="0" presStyleCnt="5"/>
      <dgm:spPr/>
    </dgm:pt>
    <dgm:pt modelId="{DA5C8997-B42B-44FC-92E4-12259182A458}" type="pres">
      <dgm:prSet presAssocID="{55D7EB20-FF1F-4B5C-8310-8CDAB4096156}" presName="imagNode" presStyleLbl="fgImgPlace1" presStyleIdx="0" presStyleCnt="5"/>
      <dgm:spPr/>
    </dgm:pt>
    <dgm:pt modelId="{FF1A0424-A916-49C5-A242-9DE0D9EA5FDE}" type="pres">
      <dgm:prSet presAssocID="{CFC1AE68-AFAF-4F89-9362-B88672F8EA5F}" presName="sibTrans" presStyleLbl="sibTrans2D1" presStyleIdx="0" presStyleCnt="0"/>
      <dgm:spPr/>
    </dgm:pt>
    <dgm:pt modelId="{E446E590-6741-49B6-8745-8A81ED95BF90}" type="pres">
      <dgm:prSet presAssocID="{BBBACA13-3080-4AF5-8D90-747699F2720A}" presName="compNode" presStyleCnt="0"/>
      <dgm:spPr/>
    </dgm:pt>
    <dgm:pt modelId="{DE55A34F-0D11-4DC0-B99C-8C181678C687}" type="pres">
      <dgm:prSet presAssocID="{BBBACA13-3080-4AF5-8D90-747699F2720A}" presName="bkgdShape" presStyleLbl="node1" presStyleIdx="1" presStyleCnt="5"/>
      <dgm:spPr/>
    </dgm:pt>
    <dgm:pt modelId="{341E0BF7-4365-46FF-87CA-675D7BC96524}" type="pres">
      <dgm:prSet presAssocID="{BBBACA13-3080-4AF5-8D90-747699F2720A}" presName="nodeTx" presStyleLbl="node1" presStyleIdx="1" presStyleCnt="5">
        <dgm:presLayoutVars>
          <dgm:bulletEnabled val="1"/>
        </dgm:presLayoutVars>
      </dgm:prSet>
      <dgm:spPr/>
    </dgm:pt>
    <dgm:pt modelId="{CD0CD874-5122-4BE2-A43C-47F47A860A32}" type="pres">
      <dgm:prSet presAssocID="{BBBACA13-3080-4AF5-8D90-747699F2720A}" presName="invisiNode" presStyleLbl="node1" presStyleIdx="1" presStyleCnt="5"/>
      <dgm:spPr/>
    </dgm:pt>
    <dgm:pt modelId="{39463613-1ED3-4F1C-8A62-ECAC616A86CF}" type="pres">
      <dgm:prSet presAssocID="{BBBACA13-3080-4AF5-8D90-747699F2720A}" presName="imagNode" presStyleLbl="fgImgPlace1" presStyleIdx="1" presStyleCnt="5"/>
      <dgm:spPr/>
    </dgm:pt>
    <dgm:pt modelId="{0A0BF61A-307A-4C2B-8A99-8A998CD106BE}" type="pres">
      <dgm:prSet presAssocID="{681F93EB-5D99-4D69-9DDB-30A2949E2780}" presName="sibTrans" presStyleLbl="sibTrans2D1" presStyleIdx="0" presStyleCnt="0"/>
      <dgm:spPr/>
    </dgm:pt>
    <dgm:pt modelId="{D2CFACB7-731D-4B29-BB09-3659972A6896}" type="pres">
      <dgm:prSet presAssocID="{D00570E9-0D54-4572-A44F-F83680383023}" presName="compNode" presStyleCnt="0"/>
      <dgm:spPr/>
    </dgm:pt>
    <dgm:pt modelId="{700E76DE-4AF6-42E9-B307-3184423C248A}" type="pres">
      <dgm:prSet presAssocID="{D00570E9-0D54-4572-A44F-F83680383023}" presName="bkgdShape" presStyleLbl="node1" presStyleIdx="2" presStyleCnt="5"/>
      <dgm:spPr/>
    </dgm:pt>
    <dgm:pt modelId="{A2D5B3E3-8520-410E-8AD7-9A270EBEE94D}" type="pres">
      <dgm:prSet presAssocID="{D00570E9-0D54-4572-A44F-F83680383023}" presName="nodeTx" presStyleLbl="node1" presStyleIdx="2" presStyleCnt="5">
        <dgm:presLayoutVars>
          <dgm:bulletEnabled val="1"/>
        </dgm:presLayoutVars>
      </dgm:prSet>
      <dgm:spPr/>
    </dgm:pt>
    <dgm:pt modelId="{1133FB6D-3C01-4C6E-93A0-420FD2B27855}" type="pres">
      <dgm:prSet presAssocID="{D00570E9-0D54-4572-A44F-F83680383023}" presName="invisiNode" presStyleLbl="node1" presStyleIdx="2" presStyleCnt="5"/>
      <dgm:spPr/>
    </dgm:pt>
    <dgm:pt modelId="{E357571E-2D7D-46DC-A7B0-A1C09ED888D3}" type="pres">
      <dgm:prSet presAssocID="{D00570E9-0D54-4572-A44F-F83680383023}" presName="imagNode" presStyleLbl="fgImgPlace1" presStyleIdx="2" presStyleCnt="5"/>
      <dgm:spPr/>
    </dgm:pt>
    <dgm:pt modelId="{095BC686-A220-4998-AA1F-CD078E2A0D5B}" type="pres">
      <dgm:prSet presAssocID="{85839884-F8F1-4BF2-BFC8-E9FC74850B6A}" presName="sibTrans" presStyleLbl="sibTrans2D1" presStyleIdx="0" presStyleCnt="0"/>
      <dgm:spPr/>
    </dgm:pt>
    <dgm:pt modelId="{B43A05F6-2515-4530-88EF-CEE7D6EE7E3C}" type="pres">
      <dgm:prSet presAssocID="{2B1AFFC5-98FD-4B8C-9FAF-774E428A6AD4}" presName="compNode" presStyleCnt="0"/>
      <dgm:spPr/>
    </dgm:pt>
    <dgm:pt modelId="{88447764-A633-4FA3-8D29-58B5CD8B1A9D}" type="pres">
      <dgm:prSet presAssocID="{2B1AFFC5-98FD-4B8C-9FAF-774E428A6AD4}" presName="bkgdShape" presStyleLbl="node1" presStyleIdx="3" presStyleCnt="5"/>
      <dgm:spPr/>
    </dgm:pt>
    <dgm:pt modelId="{36882B8A-7BAC-46FE-AE54-B2882A483ABC}" type="pres">
      <dgm:prSet presAssocID="{2B1AFFC5-98FD-4B8C-9FAF-774E428A6AD4}" presName="nodeTx" presStyleLbl="node1" presStyleIdx="3" presStyleCnt="5">
        <dgm:presLayoutVars>
          <dgm:bulletEnabled val="1"/>
        </dgm:presLayoutVars>
      </dgm:prSet>
      <dgm:spPr/>
    </dgm:pt>
    <dgm:pt modelId="{43EAD825-7B70-439F-9762-48E4AE1FEBE2}" type="pres">
      <dgm:prSet presAssocID="{2B1AFFC5-98FD-4B8C-9FAF-774E428A6AD4}" presName="invisiNode" presStyleLbl="node1" presStyleIdx="3" presStyleCnt="5"/>
      <dgm:spPr/>
    </dgm:pt>
    <dgm:pt modelId="{88585B3D-05D8-46EE-8879-D305E157EAE9}" type="pres">
      <dgm:prSet presAssocID="{2B1AFFC5-98FD-4B8C-9FAF-774E428A6AD4}" presName="imagNode" presStyleLbl="fgImgPlace1" presStyleIdx="3" presStyleCnt="5"/>
      <dgm:spPr/>
    </dgm:pt>
    <dgm:pt modelId="{19729C15-3B04-4A74-9FBA-375DC43B229B}" type="pres">
      <dgm:prSet presAssocID="{88AB0B57-1CEC-46D0-A661-A443EB151F2B}" presName="sibTrans" presStyleLbl="sibTrans2D1" presStyleIdx="0" presStyleCnt="0"/>
      <dgm:spPr/>
    </dgm:pt>
    <dgm:pt modelId="{68EE7DE3-370F-4549-9096-37A3E095D1E6}" type="pres">
      <dgm:prSet presAssocID="{66BD6E11-AE42-4572-953B-4B07E9240D6D}" presName="compNode" presStyleCnt="0"/>
      <dgm:spPr/>
    </dgm:pt>
    <dgm:pt modelId="{AB995A81-44EA-4A71-8402-C8A7A52C5EB0}" type="pres">
      <dgm:prSet presAssocID="{66BD6E11-AE42-4572-953B-4B07E9240D6D}" presName="bkgdShape" presStyleLbl="node1" presStyleIdx="4" presStyleCnt="5"/>
      <dgm:spPr/>
    </dgm:pt>
    <dgm:pt modelId="{E714681B-2C86-4A55-B55B-A6A654A9495C}" type="pres">
      <dgm:prSet presAssocID="{66BD6E11-AE42-4572-953B-4B07E9240D6D}" presName="nodeTx" presStyleLbl="node1" presStyleIdx="4" presStyleCnt="5">
        <dgm:presLayoutVars>
          <dgm:bulletEnabled val="1"/>
        </dgm:presLayoutVars>
      </dgm:prSet>
      <dgm:spPr/>
    </dgm:pt>
    <dgm:pt modelId="{591677B8-8F2B-452A-906F-8EF9F49E6ACB}" type="pres">
      <dgm:prSet presAssocID="{66BD6E11-AE42-4572-953B-4B07E9240D6D}" presName="invisiNode" presStyleLbl="node1" presStyleIdx="4" presStyleCnt="5"/>
      <dgm:spPr/>
    </dgm:pt>
    <dgm:pt modelId="{26035304-4ADA-4B45-B098-9686B2EE1887}" type="pres">
      <dgm:prSet presAssocID="{66BD6E11-AE42-4572-953B-4B07E9240D6D}" presName="imagNode" presStyleLbl="fgImgPlace1" presStyleIdx="4" presStyleCnt="5"/>
      <dgm:spPr/>
    </dgm:pt>
  </dgm:ptLst>
  <dgm:cxnLst>
    <dgm:cxn modelId="{92DC2605-F6A1-4BD7-93CC-21B376EA461E}" type="presOf" srcId="{88AB0B57-1CEC-46D0-A661-A443EB151F2B}" destId="{19729C15-3B04-4A74-9FBA-375DC43B229B}" srcOrd="0" destOrd="0" presId="urn:microsoft.com/office/officeart/2005/8/layout/hList7"/>
    <dgm:cxn modelId="{0D587A1B-AE06-4739-9834-D6336BFC902A}" type="presOf" srcId="{48A20E7D-EA44-403C-B139-2EB904B12062}" destId="{EA0FD81A-C204-4965-AA55-AF908A774383}" srcOrd="0" destOrd="0" presId="urn:microsoft.com/office/officeart/2005/8/layout/hList7"/>
    <dgm:cxn modelId="{3237FF1C-E65F-4F93-9FED-4823CD5C187D}" srcId="{48A20E7D-EA44-403C-B139-2EB904B12062}" destId="{2B1AFFC5-98FD-4B8C-9FAF-774E428A6AD4}" srcOrd="3" destOrd="0" parTransId="{554003E2-CDA1-423D-A6A9-A2D34E1041B9}" sibTransId="{88AB0B57-1CEC-46D0-A661-A443EB151F2B}"/>
    <dgm:cxn modelId="{3EE94426-1B66-4819-8148-5C683FF4C919}" type="presOf" srcId="{85839884-F8F1-4BF2-BFC8-E9FC74850B6A}" destId="{095BC686-A220-4998-AA1F-CD078E2A0D5B}" srcOrd="0" destOrd="0" presId="urn:microsoft.com/office/officeart/2005/8/layout/hList7"/>
    <dgm:cxn modelId="{E41E533F-6074-42DB-9EBE-1D7F1FA8AA73}" type="presOf" srcId="{2B1AFFC5-98FD-4B8C-9FAF-774E428A6AD4}" destId="{36882B8A-7BAC-46FE-AE54-B2882A483ABC}" srcOrd="1" destOrd="0" presId="urn:microsoft.com/office/officeart/2005/8/layout/hList7"/>
    <dgm:cxn modelId="{3311A760-BBD2-4489-B282-BA77359DAB75}" type="presOf" srcId="{D00570E9-0D54-4572-A44F-F83680383023}" destId="{700E76DE-4AF6-42E9-B307-3184423C248A}" srcOrd="0" destOrd="0" presId="urn:microsoft.com/office/officeart/2005/8/layout/hList7"/>
    <dgm:cxn modelId="{F1519461-D272-4E3E-96B0-2AD23CB74FD3}" type="presOf" srcId="{66BD6E11-AE42-4572-953B-4B07E9240D6D}" destId="{AB995A81-44EA-4A71-8402-C8A7A52C5EB0}" srcOrd="0" destOrd="0" presId="urn:microsoft.com/office/officeart/2005/8/layout/hList7"/>
    <dgm:cxn modelId="{E1D1F26B-2195-401B-B7D2-E8E9FA86A03A}" type="presOf" srcId="{BBBACA13-3080-4AF5-8D90-747699F2720A}" destId="{341E0BF7-4365-46FF-87CA-675D7BC96524}" srcOrd="1" destOrd="0" presId="urn:microsoft.com/office/officeart/2005/8/layout/hList7"/>
    <dgm:cxn modelId="{90406B73-D281-40A7-BC2F-4FB9AD889C7F}" type="presOf" srcId="{55D7EB20-FF1F-4B5C-8310-8CDAB4096156}" destId="{06041FD2-15B8-45E4-9441-20AA67B53FC6}" srcOrd="0" destOrd="0" presId="urn:microsoft.com/office/officeart/2005/8/layout/hList7"/>
    <dgm:cxn modelId="{248B6889-7C16-41C5-BF55-3F1C83C58A2B}" type="presOf" srcId="{55D7EB20-FF1F-4B5C-8310-8CDAB4096156}" destId="{AC0DC81D-1D04-4765-8DBF-32070B5F89EF}" srcOrd="1" destOrd="0" presId="urn:microsoft.com/office/officeart/2005/8/layout/hList7"/>
    <dgm:cxn modelId="{86A2AD8A-3236-4128-BC59-0448FB853677}" srcId="{48A20E7D-EA44-403C-B139-2EB904B12062}" destId="{BBBACA13-3080-4AF5-8D90-747699F2720A}" srcOrd="1" destOrd="0" parTransId="{6CB3C7A2-4761-407F-A526-6F2AB91FCBC5}" sibTransId="{681F93EB-5D99-4D69-9DDB-30A2949E2780}"/>
    <dgm:cxn modelId="{0742DB9F-5BF1-4623-8775-32E5E79963C0}" type="presOf" srcId="{D00570E9-0D54-4572-A44F-F83680383023}" destId="{A2D5B3E3-8520-410E-8AD7-9A270EBEE94D}" srcOrd="1" destOrd="0" presId="urn:microsoft.com/office/officeart/2005/8/layout/hList7"/>
    <dgm:cxn modelId="{1490EFA9-5D66-4004-A6D4-009357E652F4}" type="presOf" srcId="{BBBACA13-3080-4AF5-8D90-747699F2720A}" destId="{DE55A34F-0D11-4DC0-B99C-8C181678C687}" srcOrd="0" destOrd="0" presId="urn:microsoft.com/office/officeart/2005/8/layout/hList7"/>
    <dgm:cxn modelId="{C2F2D7AC-C9F5-46F0-AD6B-9A0B3612E38B}" srcId="{48A20E7D-EA44-403C-B139-2EB904B12062}" destId="{55D7EB20-FF1F-4B5C-8310-8CDAB4096156}" srcOrd="0" destOrd="0" parTransId="{EB2BA1BE-915B-458B-9F17-E6889D131096}" sibTransId="{CFC1AE68-AFAF-4F89-9362-B88672F8EA5F}"/>
    <dgm:cxn modelId="{C3074BAE-2306-4456-98EE-531D713CA37A}" srcId="{48A20E7D-EA44-403C-B139-2EB904B12062}" destId="{D00570E9-0D54-4572-A44F-F83680383023}" srcOrd="2" destOrd="0" parTransId="{26ACC00D-F774-48FC-8A6C-D2F2EB5058DC}" sibTransId="{85839884-F8F1-4BF2-BFC8-E9FC74850B6A}"/>
    <dgm:cxn modelId="{3CB8DFBC-54F5-4775-ADC6-A0249F7EF536}" srcId="{48A20E7D-EA44-403C-B139-2EB904B12062}" destId="{66BD6E11-AE42-4572-953B-4B07E9240D6D}" srcOrd="4" destOrd="0" parTransId="{749BD7C0-B346-4F31-887E-10A6D9141F85}" sibTransId="{CE0EFA40-31FF-4F02-86B4-149E432B6C99}"/>
    <dgm:cxn modelId="{47DF5BC8-72EF-44CA-8EBC-D19EEA1166E1}" type="presOf" srcId="{66BD6E11-AE42-4572-953B-4B07E9240D6D}" destId="{E714681B-2C86-4A55-B55B-A6A654A9495C}" srcOrd="1" destOrd="0" presId="urn:microsoft.com/office/officeart/2005/8/layout/hList7"/>
    <dgm:cxn modelId="{704F16DC-1CF5-4392-BC69-6A2DE8AA9209}" type="presOf" srcId="{681F93EB-5D99-4D69-9DDB-30A2949E2780}" destId="{0A0BF61A-307A-4C2B-8A99-8A998CD106BE}" srcOrd="0" destOrd="0" presId="urn:microsoft.com/office/officeart/2005/8/layout/hList7"/>
    <dgm:cxn modelId="{90CA7BF8-FF01-401F-9B85-0A8559A1BACD}" type="presOf" srcId="{2B1AFFC5-98FD-4B8C-9FAF-774E428A6AD4}" destId="{88447764-A633-4FA3-8D29-58B5CD8B1A9D}" srcOrd="0" destOrd="0" presId="urn:microsoft.com/office/officeart/2005/8/layout/hList7"/>
    <dgm:cxn modelId="{054C34F9-0764-4D93-B2DE-D4B93FE73C3F}" type="presOf" srcId="{CFC1AE68-AFAF-4F89-9362-B88672F8EA5F}" destId="{FF1A0424-A916-49C5-A242-9DE0D9EA5FDE}" srcOrd="0" destOrd="0" presId="urn:microsoft.com/office/officeart/2005/8/layout/hList7"/>
    <dgm:cxn modelId="{EB2FE8F9-BF6B-4071-8122-D85184C36A85}" type="presParOf" srcId="{EA0FD81A-C204-4965-AA55-AF908A774383}" destId="{F966246A-38CD-4801-BABE-79AAB8374FCE}" srcOrd="0" destOrd="0" presId="urn:microsoft.com/office/officeart/2005/8/layout/hList7"/>
    <dgm:cxn modelId="{AE49D4B5-485B-4F37-9A9F-35BD99E60B8A}" type="presParOf" srcId="{EA0FD81A-C204-4965-AA55-AF908A774383}" destId="{B6DD01C8-2994-4988-991A-C8724CE65885}" srcOrd="1" destOrd="0" presId="urn:microsoft.com/office/officeart/2005/8/layout/hList7"/>
    <dgm:cxn modelId="{FE3A0364-0D0B-4797-A9CD-B9F12A5D3A5F}" type="presParOf" srcId="{B6DD01C8-2994-4988-991A-C8724CE65885}" destId="{BB702E29-6AB5-45C9-AECD-150BDF65406A}" srcOrd="0" destOrd="0" presId="urn:microsoft.com/office/officeart/2005/8/layout/hList7"/>
    <dgm:cxn modelId="{E84929BE-72F6-4B47-9995-2DE5A29500AE}" type="presParOf" srcId="{BB702E29-6AB5-45C9-AECD-150BDF65406A}" destId="{06041FD2-15B8-45E4-9441-20AA67B53FC6}" srcOrd="0" destOrd="0" presId="urn:microsoft.com/office/officeart/2005/8/layout/hList7"/>
    <dgm:cxn modelId="{9868D817-653D-40FE-AE7D-7526BA055A67}" type="presParOf" srcId="{BB702E29-6AB5-45C9-AECD-150BDF65406A}" destId="{AC0DC81D-1D04-4765-8DBF-32070B5F89EF}" srcOrd="1" destOrd="0" presId="urn:microsoft.com/office/officeart/2005/8/layout/hList7"/>
    <dgm:cxn modelId="{36DA30AF-DB36-4E35-B9DD-3456BFF88557}" type="presParOf" srcId="{BB702E29-6AB5-45C9-AECD-150BDF65406A}" destId="{BD839C96-554F-4861-80CD-7ACC43DE5CDB}" srcOrd="2" destOrd="0" presId="urn:microsoft.com/office/officeart/2005/8/layout/hList7"/>
    <dgm:cxn modelId="{67FFC93B-D19D-4889-B7A5-52CE76E0FA45}" type="presParOf" srcId="{BB702E29-6AB5-45C9-AECD-150BDF65406A}" destId="{DA5C8997-B42B-44FC-92E4-12259182A458}" srcOrd="3" destOrd="0" presId="urn:microsoft.com/office/officeart/2005/8/layout/hList7"/>
    <dgm:cxn modelId="{B37006C3-C563-4B42-A619-422A54E12357}" type="presParOf" srcId="{B6DD01C8-2994-4988-991A-C8724CE65885}" destId="{FF1A0424-A916-49C5-A242-9DE0D9EA5FDE}" srcOrd="1" destOrd="0" presId="urn:microsoft.com/office/officeart/2005/8/layout/hList7"/>
    <dgm:cxn modelId="{78AB3890-5762-4948-AB5D-CE7B1B21E30F}" type="presParOf" srcId="{B6DD01C8-2994-4988-991A-C8724CE65885}" destId="{E446E590-6741-49B6-8745-8A81ED95BF90}" srcOrd="2" destOrd="0" presId="urn:microsoft.com/office/officeart/2005/8/layout/hList7"/>
    <dgm:cxn modelId="{D3B20F86-9C88-45C0-8BB2-43974EC614AD}" type="presParOf" srcId="{E446E590-6741-49B6-8745-8A81ED95BF90}" destId="{DE55A34F-0D11-4DC0-B99C-8C181678C687}" srcOrd="0" destOrd="0" presId="urn:microsoft.com/office/officeart/2005/8/layout/hList7"/>
    <dgm:cxn modelId="{B0AE15C2-96E2-43AB-8A2E-9A9C5BB34306}" type="presParOf" srcId="{E446E590-6741-49B6-8745-8A81ED95BF90}" destId="{341E0BF7-4365-46FF-87CA-675D7BC96524}" srcOrd="1" destOrd="0" presId="urn:microsoft.com/office/officeart/2005/8/layout/hList7"/>
    <dgm:cxn modelId="{8574F99A-0BAC-4DCF-A46E-28003FCB6613}" type="presParOf" srcId="{E446E590-6741-49B6-8745-8A81ED95BF90}" destId="{CD0CD874-5122-4BE2-A43C-47F47A860A32}" srcOrd="2" destOrd="0" presId="urn:microsoft.com/office/officeart/2005/8/layout/hList7"/>
    <dgm:cxn modelId="{34C96A71-CD31-4667-9E4B-AFA44234DF19}" type="presParOf" srcId="{E446E590-6741-49B6-8745-8A81ED95BF90}" destId="{39463613-1ED3-4F1C-8A62-ECAC616A86CF}" srcOrd="3" destOrd="0" presId="urn:microsoft.com/office/officeart/2005/8/layout/hList7"/>
    <dgm:cxn modelId="{CBE457F4-CE41-49C8-A86D-87C8F6B082E9}" type="presParOf" srcId="{B6DD01C8-2994-4988-991A-C8724CE65885}" destId="{0A0BF61A-307A-4C2B-8A99-8A998CD106BE}" srcOrd="3" destOrd="0" presId="urn:microsoft.com/office/officeart/2005/8/layout/hList7"/>
    <dgm:cxn modelId="{C78B770A-9114-4F92-9FB2-6B52CA50672E}" type="presParOf" srcId="{B6DD01C8-2994-4988-991A-C8724CE65885}" destId="{D2CFACB7-731D-4B29-BB09-3659972A6896}" srcOrd="4" destOrd="0" presId="urn:microsoft.com/office/officeart/2005/8/layout/hList7"/>
    <dgm:cxn modelId="{07CCA9ED-F359-4CB4-B723-A1564EC7F1B6}" type="presParOf" srcId="{D2CFACB7-731D-4B29-BB09-3659972A6896}" destId="{700E76DE-4AF6-42E9-B307-3184423C248A}" srcOrd="0" destOrd="0" presId="urn:microsoft.com/office/officeart/2005/8/layout/hList7"/>
    <dgm:cxn modelId="{FEA4CFB9-E6FC-4D6C-9F49-4176F75B9A8C}" type="presParOf" srcId="{D2CFACB7-731D-4B29-BB09-3659972A6896}" destId="{A2D5B3E3-8520-410E-8AD7-9A270EBEE94D}" srcOrd="1" destOrd="0" presId="urn:microsoft.com/office/officeart/2005/8/layout/hList7"/>
    <dgm:cxn modelId="{C852E1EE-5706-4B21-B4B1-84146B6BE01A}" type="presParOf" srcId="{D2CFACB7-731D-4B29-BB09-3659972A6896}" destId="{1133FB6D-3C01-4C6E-93A0-420FD2B27855}" srcOrd="2" destOrd="0" presId="urn:microsoft.com/office/officeart/2005/8/layout/hList7"/>
    <dgm:cxn modelId="{CB573270-468C-40D5-A678-97F4B3CA3823}" type="presParOf" srcId="{D2CFACB7-731D-4B29-BB09-3659972A6896}" destId="{E357571E-2D7D-46DC-A7B0-A1C09ED888D3}" srcOrd="3" destOrd="0" presId="urn:microsoft.com/office/officeart/2005/8/layout/hList7"/>
    <dgm:cxn modelId="{67697A5D-52EA-41F2-A6CC-F6509DBD669C}" type="presParOf" srcId="{B6DD01C8-2994-4988-991A-C8724CE65885}" destId="{095BC686-A220-4998-AA1F-CD078E2A0D5B}" srcOrd="5" destOrd="0" presId="urn:microsoft.com/office/officeart/2005/8/layout/hList7"/>
    <dgm:cxn modelId="{EE0B0A32-AFBF-4677-95D4-07C338F86F5F}" type="presParOf" srcId="{B6DD01C8-2994-4988-991A-C8724CE65885}" destId="{B43A05F6-2515-4530-88EF-CEE7D6EE7E3C}" srcOrd="6" destOrd="0" presId="urn:microsoft.com/office/officeart/2005/8/layout/hList7"/>
    <dgm:cxn modelId="{47D1C150-0428-4737-94B4-BB63F223813F}" type="presParOf" srcId="{B43A05F6-2515-4530-88EF-CEE7D6EE7E3C}" destId="{88447764-A633-4FA3-8D29-58B5CD8B1A9D}" srcOrd="0" destOrd="0" presId="urn:microsoft.com/office/officeart/2005/8/layout/hList7"/>
    <dgm:cxn modelId="{3DA64855-628D-40E0-8B86-6040E376A785}" type="presParOf" srcId="{B43A05F6-2515-4530-88EF-CEE7D6EE7E3C}" destId="{36882B8A-7BAC-46FE-AE54-B2882A483ABC}" srcOrd="1" destOrd="0" presId="urn:microsoft.com/office/officeart/2005/8/layout/hList7"/>
    <dgm:cxn modelId="{154F7A03-229F-43AD-8AFC-9E36A73B6294}" type="presParOf" srcId="{B43A05F6-2515-4530-88EF-CEE7D6EE7E3C}" destId="{43EAD825-7B70-439F-9762-48E4AE1FEBE2}" srcOrd="2" destOrd="0" presId="urn:microsoft.com/office/officeart/2005/8/layout/hList7"/>
    <dgm:cxn modelId="{C40E97CE-7AB2-4BD1-9882-24FF23812E05}" type="presParOf" srcId="{B43A05F6-2515-4530-88EF-CEE7D6EE7E3C}" destId="{88585B3D-05D8-46EE-8879-D305E157EAE9}" srcOrd="3" destOrd="0" presId="urn:microsoft.com/office/officeart/2005/8/layout/hList7"/>
    <dgm:cxn modelId="{2D90CAAA-D1CD-4EC1-A202-9E99548EDDB2}" type="presParOf" srcId="{B6DD01C8-2994-4988-991A-C8724CE65885}" destId="{19729C15-3B04-4A74-9FBA-375DC43B229B}" srcOrd="7" destOrd="0" presId="urn:microsoft.com/office/officeart/2005/8/layout/hList7"/>
    <dgm:cxn modelId="{51671D1C-AC01-4F31-AF20-AD962D8C5219}" type="presParOf" srcId="{B6DD01C8-2994-4988-991A-C8724CE65885}" destId="{68EE7DE3-370F-4549-9096-37A3E095D1E6}" srcOrd="8" destOrd="0" presId="urn:microsoft.com/office/officeart/2005/8/layout/hList7"/>
    <dgm:cxn modelId="{88BF1621-9619-4D9F-9489-5BECB414C5BA}" type="presParOf" srcId="{68EE7DE3-370F-4549-9096-37A3E095D1E6}" destId="{AB995A81-44EA-4A71-8402-C8A7A52C5EB0}" srcOrd="0" destOrd="0" presId="urn:microsoft.com/office/officeart/2005/8/layout/hList7"/>
    <dgm:cxn modelId="{92C5C140-11EE-4DB8-BDE9-2FF045D72EBF}" type="presParOf" srcId="{68EE7DE3-370F-4549-9096-37A3E095D1E6}" destId="{E714681B-2C86-4A55-B55B-A6A654A9495C}" srcOrd="1" destOrd="0" presId="urn:microsoft.com/office/officeart/2005/8/layout/hList7"/>
    <dgm:cxn modelId="{C8F73D67-BF8F-4090-830D-B51077C231B7}" type="presParOf" srcId="{68EE7DE3-370F-4549-9096-37A3E095D1E6}" destId="{591677B8-8F2B-452A-906F-8EF9F49E6ACB}" srcOrd="2" destOrd="0" presId="urn:microsoft.com/office/officeart/2005/8/layout/hList7"/>
    <dgm:cxn modelId="{74FA8D42-5B79-4F2A-B716-6356E4682DD2}" type="presParOf" srcId="{68EE7DE3-370F-4549-9096-37A3E095D1E6}" destId="{26035304-4ADA-4B45-B098-9686B2EE188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A20E7D-EA44-403C-B139-2EB904B12062}" type="doc">
      <dgm:prSet loTypeId="urn:microsoft.com/office/officeart/2005/8/layout/hList7" loCatId="list" qsTypeId="urn:microsoft.com/office/officeart/2005/8/quickstyle/simple1" qsCatId="simple" csTypeId="urn:microsoft.com/office/officeart/2005/8/colors/colorful5" csCatId="colorful" phldr="1"/>
      <dgm:spPr/>
    </dgm:pt>
    <dgm:pt modelId="{55D7EB20-FF1F-4B5C-8310-8CDAB4096156}">
      <dgm:prSet phldrT="[Text]"/>
      <dgm:spPr/>
      <dgm:t>
        <a:bodyPr/>
        <a:lstStyle/>
        <a:p>
          <a:r>
            <a:rPr lang="en-US"/>
            <a:t>Bug Fixes</a:t>
          </a:r>
        </a:p>
      </dgm:t>
    </dgm:pt>
    <dgm:pt modelId="{EB2BA1BE-915B-458B-9F17-E6889D131096}" type="parTrans" cxnId="{C2F2D7AC-C9F5-46F0-AD6B-9A0B3612E38B}">
      <dgm:prSet/>
      <dgm:spPr/>
      <dgm:t>
        <a:bodyPr/>
        <a:lstStyle/>
        <a:p>
          <a:endParaRPr lang="en-US"/>
        </a:p>
      </dgm:t>
    </dgm:pt>
    <dgm:pt modelId="{CFC1AE68-AFAF-4F89-9362-B88672F8EA5F}" type="sibTrans" cxnId="{C2F2D7AC-C9F5-46F0-AD6B-9A0B3612E38B}">
      <dgm:prSet/>
      <dgm:spPr/>
      <dgm:t>
        <a:bodyPr/>
        <a:lstStyle/>
        <a:p>
          <a:endParaRPr lang="en-US"/>
        </a:p>
      </dgm:t>
    </dgm:pt>
    <dgm:pt modelId="{BBBACA13-3080-4AF5-8D90-747699F2720A}">
      <dgm:prSet phldrT="[Text]"/>
      <dgm:spPr/>
      <dgm:t>
        <a:bodyPr/>
        <a:lstStyle/>
        <a:p>
          <a:r>
            <a:rPr lang="en-US"/>
            <a:t>Functional Excellence</a:t>
          </a:r>
        </a:p>
      </dgm:t>
    </dgm:pt>
    <dgm:pt modelId="{6CB3C7A2-4761-407F-A526-6F2AB91FCBC5}" type="parTrans" cxnId="{86A2AD8A-3236-4128-BC59-0448FB853677}">
      <dgm:prSet/>
      <dgm:spPr/>
      <dgm:t>
        <a:bodyPr/>
        <a:lstStyle/>
        <a:p>
          <a:endParaRPr lang="en-US"/>
        </a:p>
      </dgm:t>
    </dgm:pt>
    <dgm:pt modelId="{681F93EB-5D99-4D69-9DDB-30A2949E2780}" type="sibTrans" cxnId="{86A2AD8A-3236-4128-BC59-0448FB853677}">
      <dgm:prSet/>
      <dgm:spPr/>
      <dgm:t>
        <a:bodyPr/>
        <a:lstStyle/>
        <a:p>
          <a:endParaRPr lang="en-US"/>
        </a:p>
      </dgm:t>
    </dgm:pt>
    <dgm:pt modelId="{D00570E9-0D54-4572-A44F-F83680383023}">
      <dgm:prSet phldrT="[Text]"/>
      <dgm:spPr/>
      <dgm:t>
        <a:bodyPr/>
        <a:lstStyle/>
        <a:p>
          <a:r>
            <a:rPr lang="en-US"/>
            <a:t>Simplification</a:t>
          </a:r>
        </a:p>
        <a:p>
          <a:r>
            <a:rPr lang="en-US"/>
            <a:t>And </a:t>
          </a:r>
        </a:p>
        <a:p>
          <a:r>
            <a:rPr lang="en-US"/>
            <a:t>Automation</a:t>
          </a:r>
        </a:p>
      </dgm:t>
    </dgm:pt>
    <dgm:pt modelId="{26ACC00D-F774-48FC-8A6C-D2F2EB5058DC}" type="parTrans" cxnId="{C3074BAE-2306-4456-98EE-531D713CA37A}">
      <dgm:prSet/>
      <dgm:spPr/>
      <dgm:t>
        <a:bodyPr/>
        <a:lstStyle/>
        <a:p>
          <a:endParaRPr lang="en-US"/>
        </a:p>
      </dgm:t>
    </dgm:pt>
    <dgm:pt modelId="{85839884-F8F1-4BF2-BFC8-E9FC74850B6A}" type="sibTrans" cxnId="{C3074BAE-2306-4456-98EE-531D713CA37A}">
      <dgm:prSet/>
      <dgm:spPr/>
      <dgm:t>
        <a:bodyPr/>
        <a:lstStyle/>
        <a:p>
          <a:endParaRPr lang="en-US"/>
        </a:p>
      </dgm:t>
    </dgm:pt>
    <dgm:pt modelId="{2B1AFFC5-98FD-4B8C-9FAF-774E428A6AD4}">
      <dgm:prSet phldrT="[Text]"/>
      <dgm:spPr/>
      <dgm:t>
        <a:bodyPr/>
        <a:lstStyle/>
        <a:p>
          <a:r>
            <a:rPr lang="en-US"/>
            <a:t>Analytics</a:t>
          </a:r>
        </a:p>
      </dgm:t>
    </dgm:pt>
    <dgm:pt modelId="{554003E2-CDA1-423D-A6A9-A2D34E1041B9}" type="parTrans" cxnId="{3237FF1C-E65F-4F93-9FED-4823CD5C187D}">
      <dgm:prSet/>
      <dgm:spPr/>
      <dgm:t>
        <a:bodyPr/>
        <a:lstStyle/>
        <a:p>
          <a:endParaRPr lang="en-US"/>
        </a:p>
      </dgm:t>
    </dgm:pt>
    <dgm:pt modelId="{88AB0B57-1CEC-46D0-A661-A443EB151F2B}" type="sibTrans" cxnId="{3237FF1C-E65F-4F93-9FED-4823CD5C187D}">
      <dgm:prSet/>
      <dgm:spPr/>
      <dgm:t>
        <a:bodyPr/>
        <a:lstStyle/>
        <a:p>
          <a:endParaRPr lang="en-US"/>
        </a:p>
      </dgm:t>
    </dgm:pt>
    <dgm:pt modelId="{66BD6E11-AE42-4572-953B-4B07E9240D6D}">
      <dgm:prSet phldrT="[Text]"/>
      <dgm:spPr/>
      <dgm:t>
        <a:bodyPr/>
        <a:lstStyle/>
        <a:p>
          <a:r>
            <a:rPr lang="en-US"/>
            <a:t>Efficiency Achieved</a:t>
          </a:r>
        </a:p>
      </dgm:t>
    </dgm:pt>
    <dgm:pt modelId="{749BD7C0-B346-4F31-887E-10A6D9141F85}" type="parTrans" cxnId="{3CB8DFBC-54F5-4775-ADC6-A0249F7EF536}">
      <dgm:prSet/>
      <dgm:spPr/>
      <dgm:t>
        <a:bodyPr/>
        <a:lstStyle/>
        <a:p>
          <a:endParaRPr lang="en-US"/>
        </a:p>
      </dgm:t>
    </dgm:pt>
    <dgm:pt modelId="{CE0EFA40-31FF-4F02-86B4-149E432B6C99}" type="sibTrans" cxnId="{3CB8DFBC-54F5-4775-ADC6-A0249F7EF536}">
      <dgm:prSet/>
      <dgm:spPr/>
      <dgm:t>
        <a:bodyPr/>
        <a:lstStyle/>
        <a:p>
          <a:endParaRPr lang="en-US"/>
        </a:p>
      </dgm:t>
    </dgm:pt>
    <dgm:pt modelId="{EA0FD81A-C204-4965-AA55-AF908A774383}" type="pres">
      <dgm:prSet presAssocID="{48A20E7D-EA44-403C-B139-2EB904B12062}" presName="Name0" presStyleCnt="0">
        <dgm:presLayoutVars>
          <dgm:dir/>
          <dgm:resizeHandles val="exact"/>
        </dgm:presLayoutVars>
      </dgm:prSet>
      <dgm:spPr/>
    </dgm:pt>
    <dgm:pt modelId="{F966246A-38CD-4801-BABE-79AAB8374FCE}" type="pres">
      <dgm:prSet presAssocID="{48A20E7D-EA44-403C-B139-2EB904B12062}" presName="fgShape" presStyleLbl="fgShp" presStyleIdx="0" presStyleCnt="1"/>
      <dgm:spPr/>
    </dgm:pt>
    <dgm:pt modelId="{B6DD01C8-2994-4988-991A-C8724CE65885}" type="pres">
      <dgm:prSet presAssocID="{48A20E7D-EA44-403C-B139-2EB904B12062}" presName="linComp" presStyleCnt="0"/>
      <dgm:spPr/>
    </dgm:pt>
    <dgm:pt modelId="{BB702E29-6AB5-45C9-AECD-150BDF65406A}" type="pres">
      <dgm:prSet presAssocID="{55D7EB20-FF1F-4B5C-8310-8CDAB4096156}" presName="compNode" presStyleCnt="0"/>
      <dgm:spPr/>
    </dgm:pt>
    <dgm:pt modelId="{06041FD2-15B8-45E4-9441-20AA67B53FC6}" type="pres">
      <dgm:prSet presAssocID="{55D7EB20-FF1F-4B5C-8310-8CDAB4096156}" presName="bkgdShape" presStyleLbl="node1" presStyleIdx="0" presStyleCnt="5"/>
      <dgm:spPr/>
    </dgm:pt>
    <dgm:pt modelId="{AC0DC81D-1D04-4765-8DBF-32070B5F89EF}" type="pres">
      <dgm:prSet presAssocID="{55D7EB20-FF1F-4B5C-8310-8CDAB4096156}" presName="nodeTx" presStyleLbl="node1" presStyleIdx="0" presStyleCnt="5">
        <dgm:presLayoutVars>
          <dgm:bulletEnabled val="1"/>
        </dgm:presLayoutVars>
      </dgm:prSet>
      <dgm:spPr/>
    </dgm:pt>
    <dgm:pt modelId="{BD839C96-554F-4861-80CD-7ACC43DE5CDB}" type="pres">
      <dgm:prSet presAssocID="{55D7EB20-FF1F-4B5C-8310-8CDAB4096156}" presName="invisiNode" presStyleLbl="node1" presStyleIdx="0" presStyleCnt="5"/>
      <dgm:spPr/>
    </dgm:pt>
    <dgm:pt modelId="{DA5C8997-B42B-44FC-92E4-12259182A458}" type="pres">
      <dgm:prSet presAssocID="{55D7EB20-FF1F-4B5C-8310-8CDAB4096156}" presName="imagNode" presStyleLbl="fgImgPlace1" presStyleIdx="0" presStyleCnt="5"/>
      <dgm:spPr/>
    </dgm:pt>
    <dgm:pt modelId="{FF1A0424-A916-49C5-A242-9DE0D9EA5FDE}" type="pres">
      <dgm:prSet presAssocID="{CFC1AE68-AFAF-4F89-9362-B88672F8EA5F}" presName="sibTrans" presStyleLbl="sibTrans2D1" presStyleIdx="0" presStyleCnt="0"/>
      <dgm:spPr/>
    </dgm:pt>
    <dgm:pt modelId="{E446E590-6741-49B6-8745-8A81ED95BF90}" type="pres">
      <dgm:prSet presAssocID="{BBBACA13-3080-4AF5-8D90-747699F2720A}" presName="compNode" presStyleCnt="0"/>
      <dgm:spPr/>
    </dgm:pt>
    <dgm:pt modelId="{DE55A34F-0D11-4DC0-B99C-8C181678C687}" type="pres">
      <dgm:prSet presAssocID="{BBBACA13-3080-4AF5-8D90-747699F2720A}" presName="bkgdShape" presStyleLbl="node1" presStyleIdx="1" presStyleCnt="5"/>
      <dgm:spPr/>
    </dgm:pt>
    <dgm:pt modelId="{341E0BF7-4365-46FF-87CA-675D7BC96524}" type="pres">
      <dgm:prSet presAssocID="{BBBACA13-3080-4AF5-8D90-747699F2720A}" presName="nodeTx" presStyleLbl="node1" presStyleIdx="1" presStyleCnt="5">
        <dgm:presLayoutVars>
          <dgm:bulletEnabled val="1"/>
        </dgm:presLayoutVars>
      </dgm:prSet>
      <dgm:spPr/>
    </dgm:pt>
    <dgm:pt modelId="{CD0CD874-5122-4BE2-A43C-47F47A860A32}" type="pres">
      <dgm:prSet presAssocID="{BBBACA13-3080-4AF5-8D90-747699F2720A}" presName="invisiNode" presStyleLbl="node1" presStyleIdx="1" presStyleCnt="5"/>
      <dgm:spPr/>
    </dgm:pt>
    <dgm:pt modelId="{39463613-1ED3-4F1C-8A62-ECAC616A86CF}" type="pres">
      <dgm:prSet presAssocID="{BBBACA13-3080-4AF5-8D90-747699F2720A}" presName="imagNode" presStyleLbl="fgImgPlace1" presStyleIdx="1" presStyleCnt="5"/>
      <dgm:spPr/>
    </dgm:pt>
    <dgm:pt modelId="{0A0BF61A-307A-4C2B-8A99-8A998CD106BE}" type="pres">
      <dgm:prSet presAssocID="{681F93EB-5D99-4D69-9DDB-30A2949E2780}" presName="sibTrans" presStyleLbl="sibTrans2D1" presStyleIdx="0" presStyleCnt="0"/>
      <dgm:spPr/>
    </dgm:pt>
    <dgm:pt modelId="{D2CFACB7-731D-4B29-BB09-3659972A6896}" type="pres">
      <dgm:prSet presAssocID="{D00570E9-0D54-4572-A44F-F83680383023}" presName="compNode" presStyleCnt="0"/>
      <dgm:spPr/>
    </dgm:pt>
    <dgm:pt modelId="{700E76DE-4AF6-42E9-B307-3184423C248A}" type="pres">
      <dgm:prSet presAssocID="{D00570E9-0D54-4572-A44F-F83680383023}" presName="bkgdShape" presStyleLbl="node1" presStyleIdx="2" presStyleCnt="5"/>
      <dgm:spPr/>
    </dgm:pt>
    <dgm:pt modelId="{A2D5B3E3-8520-410E-8AD7-9A270EBEE94D}" type="pres">
      <dgm:prSet presAssocID="{D00570E9-0D54-4572-A44F-F83680383023}" presName="nodeTx" presStyleLbl="node1" presStyleIdx="2" presStyleCnt="5">
        <dgm:presLayoutVars>
          <dgm:bulletEnabled val="1"/>
        </dgm:presLayoutVars>
      </dgm:prSet>
      <dgm:spPr/>
    </dgm:pt>
    <dgm:pt modelId="{1133FB6D-3C01-4C6E-93A0-420FD2B27855}" type="pres">
      <dgm:prSet presAssocID="{D00570E9-0D54-4572-A44F-F83680383023}" presName="invisiNode" presStyleLbl="node1" presStyleIdx="2" presStyleCnt="5"/>
      <dgm:spPr/>
    </dgm:pt>
    <dgm:pt modelId="{E357571E-2D7D-46DC-A7B0-A1C09ED888D3}" type="pres">
      <dgm:prSet presAssocID="{D00570E9-0D54-4572-A44F-F83680383023}" presName="imagNode" presStyleLbl="fgImgPlace1" presStyleIdx="2" presStyleCnt="5"/>
      <dgm:spPr/>
    </dgm:pt>
    <dgm:pt modelId="{095BC686-A220-4998-AA1F-CD078E2A0D5B}" type="pres">
      <dgm:prSet presAssocID="{85839884-F8F1-4BF2-BFC8-E9FC74850B6A}" presName="sibTrans" presStyleLbl="sibTrans2D1" presStyleIdx="0" presStyleCnt="0"/>
      <dgm:spPr/>
    </dgm:pt>
    <dgm:pt modelId="{B43A05F6-2515-4530-88EF-CEE7D6EE7E3C}" type="pres">
      <dgm:prSet presAssocID="{2B1AFFC5-98FD-4B8C-9FAF-774E428A6AD4}" presName="compNode" presStyleCnt="0"/>
      <dgm:spPr/>
    </dgm:pt>
    <dgm:pt modelId="{88447764-A633-4FA3-8D29-58B5CD8B1A9D}" type="pres">
      <dgm:prSet presAssocID="{2B1AFFC5-98FD-4B8C-9FAF-774E428A6AD4}" presName="bkgdShape" presStyleLbl="node1" presStyleIdx="3" presStyleCnt="5"/>
      <dgm:spPr/>
    </dgm:pt>
    <dgm:pt modelId="{36882B8A-7BAC-46FE-AE54-B2882A483ABC}" type="pres">
      <dgm:prSet presAssocID="{2B1AFFC5-98FD-4B8C-9FAF-774E428A6AD4}" presName="nodeTx" presStyleLbl="node1" presStyleIdx="3" presStyleCnt="5">
        <dgm:presLayoutVars>
          <dgm:bulletEnabled val="1"/>
        </dgm:presLayoutVars>
      </dgm:prSet>
      <dgm:spPr/>
    </dgm:pt>
    <dgm:pt modelId="{43EAD825-7B70-439F-9762-48E4AE1FEBE2}" type="pres">
      <dgm:prSet presAssocID="{2B1AFFC5-98FD-4B8C-9FAF-774E428A6AD4}" presName="invisiNode" presStyleLbl="node1" presStyleIdx="3" presStyleCnt="5"/>
      <dgm:spPr/>
    </dgm:pt>
    <dgm:pt modelId="{88585B3D-05D8-46EE-8879-D305E157EAE9}" type="pres">
      <dgm:prSet presAssocID="{2B1AFFC5-98FD-4B8C-9FAF-774E428A6AD4}" presName="imagNode" presStyleLbl="fgImgPlace1" presStyleIdx="3" presStyleCnt="5"/>
      <dgm:spPr/>
    </dgm:pt>
    <dgm:pt modelId="{19729C15-3B04-4A74-9FBA-375DC43B229B}" type="pres">
      <dgm:prSet presAssocID="{88AB0B57-1CEC-46D0-A661-A443EB151F2B}" presName="sibTrans" presStyleLbl="sibTrans2D1" presStyleIdx="0" presStyleCnt="0"/>
      <dgm:spPr/>
    </dgm:pt>
    <dgm:pt modelId="{68EE7DE3-370F-4549-9096-37A3E095D1E6}" type="pres">
      <dgm:prSet presAssocID="{66BD6E11-AE42-4572-953B-4B07E9240D6D}" presName="compNode" presStyleCnt="0"/>
      <dgm:spPr/>
    </dgm:pt>
    <dgm:pt modelId="{AB995A81-44EA-4A71-8402-C8A7A52C5EB0}" type="pres">
      <dgm:prSet presAssocID="{66BD6E11-AE42-4572-953B-4B07E9240D6D}" presName="bkgdShape" presStyleLbl="node1" presStyleIdx="4" presStyleCnt="5"/>
      <dgm:spPr/>
    </dgm:pt>
    <dgm:pt modelId="{E714681B-2C86-4A55-B55B-A6A654A9495C}" type="pres">
      <dgm:prSet presAssocID="{66BD6E11-AE42-4572-953B-4B07E9240D6D}" presName="nodeTx" presStyleLbl="node1" presStyleIdx="4" presStyleCnt="5">
        <dgm:presLayoutVars>
          <dgm:bulletEnabled val="1"/>
        </dgm:presLayoutVars>
      </dgm:prSet>
      <dgm:spPr/>
    </dgm:pt>
    <dgm:pt modelId="{591677B8-8F2B-452A-906F-8EF9F49E6ACB}" type="pres">
      <dgm:prSet presAssocID="{66BD6E11-AE42-4572-953B-4B07E9240D6D}" presName="invisiNode" presStyleLbl="node1" presStyleIdx="4" presStyleCnt="5"/>
      <dgm:spPr/>
    </dgm:pt>
    <dgm:pt modelId="{26035304-4ADA-4B45-B098-9686B2EE1887}" type="pres">
      <dgm:prSet presAssocID="{66BD6E11-AE42-4572-953B-4B07E9240D6D}" presName="imagNode" presStyleLbl="fgImgPlace1" presStyleIdx="4" presStyleCnt="5"/>
      <dgm:spPr/>
    </dgm:pt>
  </dgm:ptLst>
  <dgm:cxnLst>
    <dgm:cxn modelId="{92DC2605-F6A1-4BD7-93CC-21B376EA461E}" type="presOf" srcId="{88AB0B57-1CEC-46D0-A661-A443EB151F2B}" destId="{19729C15-3B04-4A74-9FBA-375DC43B229B}" srcOrd="0" destOrd="0" presId="urn:microsoft.com/office/officeart/2005/8/layout/hList7"/>
    <dgm:cxn modelId="{0D587A1B-AE06-4739-9834-D6336BFC902A}" type="presOf" srcId="{48A20E7D-EA44-403C-B139-2EB904B12062}" destId="{EA0FD81A-C204-4965-AA55-AF908A774383}" srcOrd="0" destOrd="0" presId="urn:microsoft.com/office/officeart/2005/8/layout/hList7"/>
    <dgm:cxn modelId="{3237FF1C-E65F-4F93-9FED-4823CD5C187D}" srcId="{48A20E7D-EA44-403C-B139-2EB904B12062}" destId="{2B1AFFC5-98FD-4B8C-9FAF-774E428A6AD4}" srcOrd="3" destOrd="0" parTransId="{554003E2-CDA1-423D-A6A9-A2D34E1041B9}" sibTransId="{88AB0B57-1CEC-46D0-A661-A443EB151F2B}"/>
    <dgm:cxn modelId="{3EE94426-1B66-4819-8148-5C683FF4C919}" type="presOf" srcId="{85839884-F8F1-4BF2-BFC8-E9FC74850B6A}" destId="{095BC686-A220-4998-AA1F-CD078E2A0D5B}" srcOrd="0" destOrd="0" presId="urn:microsoft.com/office/officeart/2005/8/layout/hList7"/>
    <dgm:cxn modelId="{E41E533F-6074-42DB-9EBE-1D7F1FA8AA73}" type="presOf" srcId="{2B1AFFC5-98FD-4B8C-9FAF-774E428A6AD4}" destId="{36882B8A-7BAC-46FE-AE54-B2882A483ABC}" srcOrd="1" destOrd="0" presId="urn:microsoft.com/office/officeart/2005/8/layout/hList7"/>
    <dgm:cxn modelId="{3311A760-BBD2-4489-B282-BA77359DAB75}" type="presOf" srcId="{D00570E9-0D54-4572-A44F-F83680383023}" destId="{700E76DE-4AF6-42E9-B307-3184423C248A}" srcOrd="0" destOrd="0" presId="urn:microsoft.com/office/officeart/2005/8/layout/hList7"/>
    <dgm:cxn modelId="{F1519461-D272-4E3E-96B0-2AD23CB74FD3}" type="presOf" srcId="{66BD6E11-AE42-4572-953B-4B07E9240D6D}" destId="{AB995A81-44EA-4A71-8402-C8A7A52C5EB0}" srcOrd="0" destOrd="0" presId="urn:microsoft.com/office/officeart/2005/8/layout/hList7"/>
    <dgm:cxn modelId="{E1D1F26B-2195-401B-B7D2-E8E9FA86A03A}" type="presOf" srcId="{BBBACA13-3080-4AF5-8D90-747699F2720A}" destId="{341E0BF7-4365-46FF-87CA-675D7BC96524}" srcOrd="1" destOrd="0" presId="urn:microsoft.com/office/officeart/2005/8/layout/hList7"/>
    <dgm:cxn modelId="{90406B73-D281-40A7-BC2F-4FB9AD889C7F}" type="presOf" srcId="{55D7EB20-FF1F-4B5C-8310-8CDAB4096156}" destId="{06041FD2-15B8-45E4-9441-20AA67B53FC6}" srcOrd="0" destOrd="0" presId="urn:microsoft.com/office/officeart/2005/8/layout/hList7"/>
    <dgm:cxn modelId="{248B6889-7C16-41C5-BF55-3F1C83C58A2B}" type="presOf" srcId="{55D7EB20-FF1F-4B5C-8310-8CDAB4096156}" destId="{AC0DC81D-1D04-4765-8DBF-32070B5F89EF}" srcOrd="1" destOrd="0" presId="urn:microsoft.com/office/officeart/2005/8/layout/hList7"/>
    <dgm:cxn modelId="{86A2AD8A-3236-4128-BC59-0448FB853677}" srcId="{48A20E7D-EA44-403C-B139-2EB904B12062}" destId="{BBBACA13-3080-4AF5-8D90-747699F2720A}" srcOrd="1" destOrd="0" parTransId="{6CB3C7A2-4761-407F-A526-6F2AB91FCBC5}" sibTransId="{681F93EB-5D99-4D69-9DDB-30A2949E2780}"/>
    <dgm:cxn modelId="{0742DB9F-5BF1-4623-8775-32E5E79963C0}" type="presOf" srcId="{D00570E9-0D54-4572-A44F-F83680383023}" destId="{A2D5B3E3-8520-410E-8AD7-9A270EBEE94D}" srcOrd="1" destOrd="0" presId="urn:microsoft.com/office/officeart/2005/8/layout/hList7"/>
    <dgm:cxn modelId="{1490EFA9-5D66-4004-A6D4-009357E652F4}" type="presOf" srcId="{BBBACA13-3080-4AF5-8D90-747699F2720A}" destId="{DE55A34F-0D11-4DC0-B99C-8C181678C687}" srcOrd="0" destOrd="0" presId="urn:microsoft.com/office/officeart/2005/8/layout/hList7"/>
    <dgm:cxn modelId="{C2F2D7AC-C9F5-46F0-AD6B-9A0B3612E38B}" srcId="{48A20E7D-EA44-403C-B139-2EB904B12062}" destId="{55D7EB20-FF1F-4B5C-8310-8CDAB4096156}" srcOrd="0" destOrd="0" parTransId="{EB2BA1BE-915B-458B-9F17-E6889D131096}" sibTransId="{CFC1AE68-AFAF-4F89-9362-B88672F8EA5F}"/>
    <dgm:cxn modelId="{C3074BAE-2306-4456-98EE-531D713CA37A}" srcId="{48A20E7D-EA44-403C-B139-2EB904B12062}" destId="{D00570E9-0D54-4572-A44F-F83680383023}" srcOrd="2" destOrd="0" parTransId="{26ACC00D-F774-48FC-8A6C-D2F2EB5058DC}" sibTransId="{85839884-F8F1-4BF2-BFC8-E9FC74850B6A}"/>
    <dgm:cxn modelId="{3CB8DFBC-54F5-4775-ADC6-A0249F7EF536}" srcId="{48A20E7D-EA44-403C-B139-2EB904B12062}" destId="{66BD6E11-AE42-4572-953B-4B07E9240D6D}" srcOrd="4" destOrd="0" parTransId="{749BD7C0-B346-4F31-887E-10A6D9141F85}" sibTransId="{CE0EFA40-31FF-4F02-86B4-149E432B6C99}"/>
    <dgm:cxn modelId="{47DF5BC8-72EF-44CA-8EBC-D19EEA1166E1}" type="presOf" srcId="{66BD6E11-AE42-4572-953B-4B07E9240D6D}" destId="{E714681B-2C86-4A55-B55B-A6A654A9495C}" srcOrd="1" destOrd="0" presId="urn:microsoft.com/office/officeart/2005/8/layout/hList7"/>
    <dgm:cxn modelId="{704F16DC-1CF5-4392-BC69-6A2DE8AA9209}" type="presOf" srcId="{681F93EB-5D99-4D69-9DDB-30A2949E2780}" destId="{0A0BF61A-307A-4C2B-8A99-8A998CD106BE}" srcOrd="0" destOrd="0" presId="urn:microsoft.com/office/officeart/2005/8/layout/hList7"/>
    <dgm:cxn modelId="{90CA7BF8-FF01-401F-9B85-0A8559A1BACD}" type="presOf" srcId="{2B1AFFC5-98FD-4B8C-9FAF-774E428A6AD4}" destId="{88447764-A633-4FA3-8D29-58B5CD8B1A9D}" srcOrd="0" destOrd="0" presId="urn:microsoft.com/office/officeart/2005/8/layout/hList7"/>
    <dgm:cxn modelId="{054C34F9-0764-4D93-B2DE-D4B93FE73C3F}" type="presOf" srcId="{CFC1AE68-AFAF-4F89-9362-B88672F8EA5F}" destId="{FF1A0424-A916-49C5-A242-9DE0D9EA5FDE}" srcOrd="0" destOrd="0" presId="urn:microsoft.com/office/officeart/2005/8/layout/hList7"/>
    <dgm:cxn modelId="{EB2FE8F9-BF6B-4071-8122-D85184C36A85}" type="presParOf" srcId="{EA0FD81A-C204-4965-AA55-AF908A774383}" destId="{F966246A-38CD-4801-BABE-79AAB8374FCE}" srcOrd="0" destOrd="0" presId="urn:microsoft.com/office/officeart/2005/8/layout/hList7"/>
    <dgm:cxn modelId="{AE49D4B5-485B-4F37-9A9F-35BD99E60B8A}" type="presParOf" srcId="{EA0FD81A-C204-4965-AA55-AF908A774383}" destId="{B6DD01C8-2994-4988-991A-C8724CE65885}" srcOrd="1" destOrd="0" presId="urn:microsoft.com/office/officeart/2005/8/layout/hList7"/>
    <dgm:cxn modelId="{FE3A0364-0D0B-4797-A9CD-B9F12A5D3A5F}" type="presParOf" srcId="{B6DD01C8-2994-4988-991A-C8724CE65885}" destId="{BB702E29-6AB5-45C9-AECD-150BDF65406A}" srcOrd="0" destOrd="0" presId="urn:microsoft.com/office/officeart/2005/8/layout/hList7"/>
    <dgm:cxn modelId="{E84929BE-72F6-4B47-9995-2DE5A29500AE}" type="presParOf" srcId="{BB702E29-6AB5-45C9-AECD-150BDF65406A}" destId="{06041FD2-15B8-45E4-9441-20AA67B53FC6}" srcOrd="0" destOrd="0" presId="urn:microsoft.com/office/officeart/2005/8/layout/hList7"/>
    <dgm:cxn modelId="{9868D817-653D-40FE-AE7D-7526BA055A67}" type="presParOf" srcId="{BB702E29-6AB5-45C9-AECD-150BDF65406A}" destId="{AC0DC81D-1D04-4765-8DBF-32070B5F89EF}" srcOrd="1" destOrd="0" presId="urn:microsoft.com/office/officeart/2005/8/layout/hList7"/>
    <dgm:cxn modelId="{36DA30AF-DB36-4E35-B9DD-3456BFF88557}" type="presParOf" srcId="{BB702E29-6AB5-45C9-AECD-150BDF65406A}" destId="{BD839C96-554F-4861-80CD-7ACC43DE5CDB}" srcOrd="2" destOrd="0" presId="urn:microsoft.com/office/officeart/2005/8/layout/hList7"/>
    <dgm:cxn modelId="{67FFC93B-D19D-4889-B7A5-52CE76E0FA45}" type="presParOf" srcId="{BB702E29-6AB5-45C9-AECD-150BDF65406A}" destId="{DA5C8997-B42B-44FC-92E4-12259182A458}" srcOrd="3" destOrd="0" presId="urn:microsoft.com/office/officeart/2005/8/layout/hList7"/>
    <dgm:cxn modelId="{B37006C3-C563-4B42-A619-422A54E12357}" type="presParOf" srcId="{B6DD01C8-2994-4988-991A-C8724CE65885}" destId="{FF1A0424-A916-49C5-A242-9DE0D9EA5FDE}" srcOrd="1" destOrd="0" presId="urn:microsoft.com/office/officeart/2005/8/layout/hList7"/>
    <dgm:cxn modelId="{78AB3890-5762-4948-AB5D-CE7B1B21E30F}" type="presParOf" srcId="{B6DD01C8-2994-4988-991A-C8724CE65885}" destId="{E446E590-6741-49B6-8745-8A81ED95BF90}" srcOrd="2" destOrd="0" presId="urn:microsoft.com/office/officeart/2005/8/layout/hList7"/>
    <dgm:cxn modelId="{D3B20F86-9C88-45C0-8BB2-43974EC614AD}" type="presParOf" srcId="{E446E590-6741-49B6-8745-8A81ED95BF90}" destId="{DE55A34F-0D11-4DC0-B99C-8C181678C687}" srcOrd="0" destOrd="0" presId="urn:microsoft.com/office/officeart/2005/8/layout/hList7"/>
    <dgm:cxn modelId="{B0AE15C2-96E2-43AB-8A2E-9A9C5BB34306}" type="presParOf" srcId="{E446E590-6741-49B6-8745-8A81ED95BF90}" destId="{341E0BF7-4365-46FF-87CA-675D7BC96524}" srcOrd="1" destOrd="0" presId="urn:microsoft.com/office/officeart/2005/8/layout/hList7"/>
    <dgm:cxn modelId="{8574F99A-0BAC-4DCF-A46E-28003FCB6613}" type="presParOf" srcId="{E446E590-6741-49B6-8745-8A81ED95BF90}" destId="{CD0CD874-5122-4BE2-A43C-47F47A860A32}" srcOrd="2" destOrd="0" presId="urn:microsoft.com/office/officeart/2005/8/layout/hList7"/>
    <dgm:cxn modelId="{34C96A71-CD31-4667-9E4B-AFA44234DF19}" type="presParOf" srcId="{E446E590-6741-49B6-8745-8A81ED95BF90}" destId="{39463613-1ED3-4F1C-8A62-ECAC616A86CF}" srcOrd="3" destOrd="0" presId="urn:microsoft.com/office/officeart/2005/8/layout/hList7"/>
    <dgm:cxn modelId="{CBE457F4-CE41-49C8-A86D-87C8F6B082E9}" type="presParOf" srcId="{B6DD01C8-2994-4988-991A-C8724CE65885}" destId="{0A0BF61A-307A-4C2B-8A99-8A998CD106BE}" srcOrd="3" destOrd="0" presId="urn:microsoft.com/office/officeart/2005/8/layout/hList7"/>
    <dgm:cxn modelId="{C78B770A-9114-4F92-9FB2-6B52CA50672E}" type="presParOf" srcId="{B6DD01C8-2994-4988-991A-C8724CE65885}" destId="{D2CFACB7-731D-4B29-BB09-3659972A6896}" srcOrd="4" destOrd="0" presId="urn:microsoft.com/office/officeart/2005/8/layout/hList7"/>
    <dgm:cxn modelId="{07CCA9ED-F359-4CB4-B723-A1564EC7F1B6}" type="presParOf" srcId="{D2CFACB7-731D-4B29-BB09-3659972A6896}" destId="{700E76DE-4AF6-42E9-B307-3184423C248A}" srcOrd="0" destOrd="0" presId="urn:microsoft.com/office/officeart/2005/8/layout/hList7"/>
    <dgm:cxn modelId="{FEA4CFB9-E6FC-4D6C-9F49-4176F75B9A8C}" type="presParOf" srcId="{D2CFACB7-731D-4B29-BB09-3659972A6896}" destId="{A2D5B3E3-8520-410E-8AD7-9A270EBEE94D}" srcOrd="1" destOrd="0" presId="urn:microsoft.com/office/officeart/2005/8/layout/hList7"/>
    <dgm:cxn modelId="{C852E1EE-5706-4B21-B4B1-84146B6BE01A}" type="presParOf" srcId="{D2CFACB7-731D-4B29-BB09-3659972A6896}" destId="{1133FB6D-3C01-4C6E-93A0-420FD2B27855}" srcOrd="2" destOrd="0" presId="urn:microsoft.com/office/officeart/2005/8/layout/hList7"/>
    <dgm:cxn modelId="{CB573270-468C-40D5-A678-97F4B3CA3823}" type="presParOf" srcId="{D2CFACB7-731D-4B29-BB09-3659972A6896}" destId="{E357571E-2D7D-46DC-A7B0-A1C09ED888D3}" srcOrd="3" destOrd="0" presId="urn:microsoft.com/office/officeart/2005/8/layout/hList7"/>
    <dgm:cxn modelId="{67697A5D-52EA-41F2-A6CC-F6509DBD669C}" type="presParOf" srcId="{B6DD01C8-2994-4988-991A-C8724CE65885}" destId="{095BC686-A220-4998-AA1F-CD078E2A0D5B}" srcOrd="5" destOrd="0" presId="urn:microsoft.com/office/officeart/2005/8/layout/hList7"/>
    <dgm:cxn modelId="{EE0B0A32-AFBF-4677-95D4-07C338F86F5F}" type="presParOf" srcId="{B6DD01C8-2994-4988-991A-C8724CE65885}" destId="{B43A05F6-2515-4530-88EF-CEE7D6EE7E3C}" srcOrd="6" destOrd="0" presId="urn:microsoft.com/office/officeart/2005/8/layout/hList7"/>
    <dgm:cxn modelId="{47D1C150-0428-4737-94B4-BB63F223813F}" type="presParOf" srcId="{B43A05F6-2515-4530-88EF-CEE7D6EE7E3C}" destId="{88447764-A633-4FA3-8D29-58B5CD8B1A9D}" srcOrd="0" destOrd="0" presId="urn:microsoft.com/office/officeart/2005/8/layout/hList7"/>
    <dgm:cxn modelId="{3DA64855-628D-40E0-8B86-6040E376A785}" type="presParOf" srcId="{B43A05F6-2515-4530-88EF-CEE7D6EE7E3C}" destId="{36882B8A-7BAC-46FE-AE54-B2882A483ABC}" srcOrd="1" destOrd="0" presId="urn:microsoft.com/office/officeart/2005/8/layout/hList7"/>
    <dgm:cxn modelId="{154F7A03-229F-43AD-8AFC-9E36A73B6294}" type="presParOf" srcId="{B43A05F6-2515-4530-88EF-CEE7D6EE7E3C}" destId="{43EAD825-7B70-439F-9762-48E4AE1FEBE2}" srcOrd="2" destOrd="0" presId="urn:microsoft.com/office/officeart/2005/8/layout/hList7"/>
    <dgm:cxn modelId="{C40E97CE-7AB2-4BD1-9882-24FF23812E05}" type="presParOf" srcId="{B43A05F6-2515-4530-88EF-CEE7D6EE7E3C}" destId="{88585B3D-05D8-46EE-8879-D305E157EAE9}" srcOrd="3" destOrd="0" presId="urn:microsoft.com/office/officeart/2005/8/layout/hList7"/>
    <dgm:cxn modelId="{2D90CAAA-D1CD-4EC1-A202-9E99548EDDB2}" type="presParOf" srcId="{B6DD01C8-2994-4988-991A-C8724CE65885}" destId="{19729C15-3B04-4A74-9FBA-375DC43B229B}" srcOrd="7" destOrd="0" presId="urn:microsoft.com/office/officeart/2005/8/layout/hList7"/>
    <dgm:cxn modelId="{51671D1C-AC01-4F31-AF20-AD962D8C5219}" type="presParOf" srcId="{B6DD01C8-2994-4988-991A-C8724CE65885}" destId="{68EE7DE3-370F-4549-9096-37A3E095D1E6}" srcOrd="8" destOrd="0" presId="urn:microsoft.com/office/officeart/2005/8/layout/hList7"/>
    <dgm:cxn modelId="{88BF1621-9619-4D9F-9489-5BECB414C5BA}" type="presParOf" srcId="{68EE7DE3-370F-4549-9096-37A3E095D1E6}" destId="{AB995A81-44EA-4A71-8402-C8A7A52C5EB0}" srcOrd="0" destOrd="0" presId="urn:microsoft.com/office/officeart/2005/8/layout/hList7"/>
    <dgm:cxn modelId="{92C5C140-11EE-4DB8-BDE9-2FF045D72EBF}" type="presParOf" srcId="{68EE7DE3-370F-4549-9096-37A3E095D1E6}" destId="{E714681B-2C86-4A55-B55B-A6A654A9495C}" srcOrd="1" destOrd="0" presId="urn:microsoft.com/office/officeart/2005/8/layout/hList7"/>
    <dgm:cxn modelId="{C8F73D67-BF8F-4090-830D-B51077C231B7}" type="presParOf" srcId="{68EE7DE3-370F-4549-9096-37A3E095D1E6}" destId="{591677B8-8F2B-452A-906F-8EF9F49E6ACB}" srcOrd="2" destOrd="0" presId="urn:microsoft.com/office/officeart/2005/8/layout/hList7"/>
    <dgm:cxn modelId="{74FA8D42-5B79-4F2A-B716-6356E4682DD2}" type="presParOf" srcId="{68EE7DE3-370F-4549-9096-37A3E095D1E6}" destId="{26035304-4ADA-4B45-B098-9686B2EE188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A20E7D-EA44-403C-B139-2EB904B12062}" type="doc">
      <dgm:prSet loTypeId="urn:microsoft.com/office/officeart/2005/8/layout/hList7" loCatId="list" qsTypeId="urn:microsoft.com/office/officeart/2005/8/quickstyle/simple1" qsCatId="simple" csTypeId="urn:microsoft.com/office/officeart/2005/8/colors/colorful5" csCatId="colorful" phldr="1"/>
      <dgm:spPr/>
    </dgm:pt>
    <dgm:pt modelId="{55D7EB20-FF1F-4B5C-8310-8CDAB4096156}">
      <dgm:prSet phldrT="[Text]"/>
      <dgm:spPr/>
      <dgm:t>
        <a:bodyPr/>
        <a:lstStyle/>
        <a:p>
          <a:r>
            <a:rPr lang="en-US"/>
            <a:t>Bug Fixes</a:t>
          </a:r>
        </a:p>
      </dgm:t>
    </dgm:pt>
    <dgm:pt modelId="{EB2BA1BE-915B-458B-9F17-E6889D131096}" type="parTrans" cxnId="{C2F2D7AC-C9F5-46F0-AD6B-9A0B3612E38B}">
      <dgm:prSet/>
      <dgm:spPr/>
      <dgm:t>
        <a:bodyPr/>
        <a:lstStyle/>
        <a:p>
          <a:endParaRPr lang="en-US"/>
        </a:p>
      </dgm:t>
    </dgm:pt>
    <dgm:pt modelId="{CFC1AE68-AFAF-4F89-9362-B88672F8EA5F}" type="sibTrans" cxnId="{C2F2D7AC-C9F5-46F0-AD6B-9A0B3612E38B}">
      <dgm:prSet/>
      <dgm:spPr/>
      <dgm:t>
        <a:bodyPr/>
        <a:lstStyle/>
        <a:p>
          <a:endParaRPr lang="en-US"/>
        </a:p>
      </dgm:t>
    </dgm:pt>
    <dgm:pt modelId="{BBBACA13-3080-4AF5-8D90-747699F2720A}">
      <dgm:prSet phldrT="[Text]"/>
      <dgm:spPr/>
      <dgm:t>
        <a:bodyPr/>
        <a:lstStyle/>
        <a:p>
          <a:r>
            <a:rPr lang="en-US"/>
            <a:t>Functional Excellence</a:t>
          </a:r>
        </a:p>
      </dgm:t>
    </dgm:pt>
    <dgm:pt modelId="{6CB3C7A2-4761-407F-A526-6F2AB91FCBC5}" type="parTrans" cxnId="{86A2AD8A-3236-4128-BC59-0448FB853677}">
      <dgm:prSet/>
      <dgm:spPr/>
      <dgm:t>
        <a:bodyPr/>
        <a:lstStyle/>
        <a:p>
          <a:endParaRPr lang="en-US"/>
        </a:p>
      </dgm:t>
    </dgm:pt>
    <dgm:pt modelId="{681F93EB-5D99-4D69-9DDB-30A2949E2780}" type="sibTrans" cxnId="{86A2AD8A-3236-4128-BC59-0448FB853677}">
      <dgm:prSet/>
      <dgm:spPr/>
      <dgm:t>
        <a:bodyPr/>
        <a:lstStyle/>
        <a:p>
          <a:endParaRPr lang="en-US"/>
        </a:p>
      </dgm:t>
    </dgm:pt>
    <dgm:pt modelId="{D00570E9-0D54-4572-A44F-F83680383023}">
      <dgm:prSet phldrT="[Text]"/>
      <dgm:spPr/>
      <dgm:t>
        <a:bodyPr/>
        <a:lstStyle/>
        <a:p>
          <a:r>
            <a:rPr lang="en-US"/>
            <a:t>Simplification</a:t>
          </a:r>
        </a:p>
        <a:p>
          <a:r>
            <a:rPr lang="en-US"/>
            <a:t>And </a:t>
          </a:r>
        </a:p>
        <a:p>
          <a:r>
            <a:rPr lang="en-US"/>
            <a:t>Automation</a:t>
          </a:r>
        </a:p>
      </dgm:t>
    </dgm:pt>
    <dgm:pt modelId="{26ACC00D-F774-48FC-8A6C-D2F2EB5058DC}" type="parTrans" cxnId="{C3074BAE-2306-4456-98EE-531D713CA37A}">
      <dgm:prSet/>
      <dgm:spPr/>
      <dgm:t>
        <a:bodyPr/>
        <a:lstStyle/>
        <a:p>
          <a:endParaRPr lang="en-US"/>
        </a:p>
      </dgm:t>
    </dgm:pt>
    <dgm:pt modelId="{85839884-F8F1-4BF2-BFC8-E9FC74850B6A}" type="sibTrans" cxnId="{C3074BAE-2306-4456-98EE-531D713CA37A}">
      <dgm:prSet/>
      <dgm:spPr/>
      <dgm:t>
        <a:bodyPr/>
        <a:lstStyle/>
        <a:p>
          <a:endParaRPr lang="en-US"/>
        </a:p>
      </dgm:t>
    </dgm:pt>
    <dgm:pt modelId="{2B1AFFC5-98FD-4B8C-9FAF-774E428A6AD4}">
      <dgm:prSet phldrT="[Text]"/>
      <dgm:spPr/>
      <dgm:t>
        <a:bodyPr/>
        <a:lstStyle/>
        <a:p>
          <a:r>
            <a:rPr lang="en-US"/>
            <a:t>Analytics</a:t>
          </a:r>
        </a:p>
      </dgm:t>
    </dgm:pt>
    <dgm:pt modelId="{554003E2-CDA1-423D-A6A9-A2D34E1041B9}" type="parTrans" cxnId="{3237FF1C-E65F-4F93-9FED-4823CD5C187D}">
      <dgm:prSet/>
      <dgm:spPr/>
      <dgm:t>
        <a:bodyPr/>
        <a:lstStyle/>
        <a:p>
          <a:endParaRPr lang="en-US"/>
        </a:p>
      </dgm:t>
    </dgm:pt>
    <dgm:pt modelId="{88AB0B57-1CEC-46D0-A661-A443EB151F2B}" type="sibTrans" cxnId="{3237FF1C-E65F-4F93-9FED-4823CD5C187D}">
      <dgm:prSet/>
      <dgm:spPr/>
      <dgm:t>
        <a:bodyPr/>
        <a:lstStyle/>
        <a:p>
          <a:endParaRPr lang="en-US"/>
        </a:p>
      </dgm:t>
    </dgm:pt>
    <dgm:pt modelId="{66BD6E11-AE42-4572-953B-4B07E9240D6D}">
      <dgm:prSet phldrT="[Text]"/>
      <dgm:spPr/>
      <dgm:t>
        <a:bodyPr/>
        <a:lstStyle/>
        <a:p>
          <a:r>
            <a:rPr lang="en-US"/>
            <a:t>Efficiency Achieved</a:t>
          </a:r>
        </a:p>
      </dgm:t>
    </dgm:pt>
    <dgm:pt modelId="{749BD7C0-B346-4F31-887E-10A6D9141F85}" type="parTrans" cxnId="{3CB8DFBC-54F5-4775-ADC6-A0249F7EF536}">
      <dgm:prSet/>
      <dgm:spPr/>
      <dgm:t>
        <a:bodyPr/>
        <a:lstStyle/>
        <a:p>
          <a:endParaRPr lang="en-US"/>
        </a:p>
      </dgm:t>
    </dgm:pt>
    <dgm:pt modelId="{CE0EFA40-31FF-4F02-86B4-149E432B6C99}" type="sibTrans" cxnId="{3CB8DFBC-54F5-4775-ADC6-A0249F7EF536}">
      <dgm:prSet/>
      <dgm:spPr/>
      <dgm:t>
        <a:bodyPr/>
        <a:lstStyle/>
        <a:p>
          <a:endParaRPr lang="en-US"/>
        </a:p>
      </dgm:t>
    </dgm:pt>
    <dgm:pt modelId="{EA0FD81A-C204-4965-AA55-AF908A774383}" type="pres">
      <dgm:prSet presAssocID="{48A20E7D-EA44-403C-B139-2EB904B12062}" presName="Name0" presStyleCnt="0">
        <dgm:presLayoutVars>
          <dgm:dir/>
          <dgm:resizeHandles val="exact"/>
        </dgm:presLayoutVars>
      </dgm:prSet>
      <dgm:spPr/>
    </dgm:pt>
    <dgm:pt modelId="{F966246A-38CD-4801-BABE-79AAB8374FCE}" type="pres">
      <dgm:prSet presAssocID="{48A20E7D-EA44-403C-B139-2EB904B12062}" presName="fgShape" presStyleLbl="fgShp" presStyleIdx="0" presStyleCnt="1"/>
      <dgm:spPr/>
    </dgm:pt>
    <dgm:pt modelId="{B6DD01C8-2994-4988-991A-C8724CE65885}" type="pres">
      <dgm:prSet presAssocID="{48A20E7D-EA44-403C-B139-2EB904B12062}" presName="linComp" presStyleCnt="0"/>
      <dgm:spPr/>
    </dgm:pt>
    <dgm:pt modelId="{BB702E29-6AB5-45C9-AECD-150BDF65406A}" type="pres">
      <dgm:prSet presAssocID="{55D7EB20-FF1F-4B5C-8310-8CDAB4096156}" presName="compNode" presStyleCnt="0"/>
      <dgm:spPr/>
    </dgm:pt>
    <dgm:pt modelId="{06041FD2-15B8-45E4-9441-20AA67B53FC6}" type="pres">
      <dgm:prSet presAssocID="{55D7EB20-FF1F-4B5C-8310-8CDAB4096156}" presName="bkgdShape" presStyleLbl="node1" presStyleIdx="0" presStyleCnt="5"/>
      <dgm:spPr/>
    </dgm:pt>
    <dgm:pt modelId="{AC0DC81D-1D04-4765-8DBF-32070B5F89EF}" type="pres">
      <dgm:prSet presAssocID="{55D7EB20-FF1F-4B5C-8310-8CDAB4096156}" presName="nodeTx" presStyleLbl="node1" presStyleIdx="0" presStyleCnt="5">
        <dgm:presLayoutVars>
          <dgm:bulletEnabled val="1"/>
        </dgm:presLayoutVars>
      </dgm:prSet>
      <dgm:spPr/>
    </dgm:pt>
    <dgm:pt modelId="{BD839C96-554F-4861-80CD-7ACC43DE5CDB}" type="pres">
      <dgm:prSet presAssocID="{55D7EB20-FF1F-4B5C-8310-8CDAB4096156}" presName="invisiNode" presStyleLbl="node1" presStyleIdx="0" presStyleCnt="5"/>
      <dgm:spPr/>
    </dgm:pt>
    <dgm:pt modelId="{DA5C8997-B42B-44FC-92E4-12259182A458}" type="pres">
      <dgm:prSet presAssocID="{55D7EB20-FF1F-4B5C-8310-8CDAB4096156}" presName="imagNode" presStyleLbl="fgImgPlace1" presStyleIdx="0" presStyleCnt="5"/>
      <dgm:spPr/>
    </dgm:pt>
    <dgm:pt modelId="{FF1A0424-A916-49C5-A242-9DE0D9EA5FDE}" type="pres">
      <dgm:prSet presAssocID="{CFC1AE68-AFAF-4F89-9362-B88672F8EA5F}" presName="sibTrans" presStyleLbl="sibTrans2D1" presStyleIdx="0" presStyleCnt="0"/>
      <dgm:spPr/>
    </dgm:pt>
    <dgm:pt modelId="{E446E590-6741-49B6-8745-8A81ED95BF90}" type="pres">
      <dgm:prSet presAssocID="{BBBACA13-3080-4AF5-8D90-747699F2720A}" presName="compNode" presStyleCnt="0"/>
      <dgm:spPr/>
    </dgm:pt>
    <dgm:pt modelId="{DE55A34F-0D11-4DC0-B99C-8C181678C687}" type="pres">
      <dgm:prSet presAssocID="{BBBACA13-3080-4AF5-8D90-747699F2720A}" presName="bkgdShape" presStyleLbl="node1" presStyleIdx="1" presStyleCnt="5"/>
      <dgm:spPr/>
    </dgm:pt>
    <dgm:pt modelId="{341E0BF7-4365-46FF-87CA-675D7BC96524}" type="pres">
      <dgm:prSet presAssocID="{BBBACA13-3080-4AF5-8D90-747699F2720A}" presName="nodeTx" presStyleLbl="node1" presStyleIdx="1" presStyleCnt="5">
        <dgm:presLayoutVars>
          <dgm:bulletEnabled val="1"/>
        </dgm:presLayoutVars>
      </dgm:prSet>
      <dgm:spPr/>
    </dgm:pt>
    <dgm:pt modelId="{CD0CD874-5122-4BE2-A43C-47F47A860A32}" type="pres">
      <dgm:prSet presAssocID="{BBBACA13-3080-4AF5-8D90-747699F2720A}" presName="invisiNode" presStyleLbl="node1" presStyleIdx="1" presStyleCnt="5"/>
      <dgm:spPr/>
    </dgm:pt>
    <dgm:pt modelId="{39463613-1ED3-4F1C-8A62-ECAC616A86CF}" type="pres">
      <dgm:prSet presAssocID="{BBBACA13-3080-4AF5-8D90-747699F2720A}" presName="imagNode" presStyleLbl="fgImgPlace1" presStyleIdx="1" presStyleCnt="5"/>
      <dgm:spPr/>
    </dgm:pt>
    <dgm:pt modelId="{0A0BF61A-307A-4C2B-8A99-8A998CD106BE}" type="pres">
      <dgm:prSet presAssocID="{681F93EB-5D99-4D69-9DDB-30A2949E2780}" presName="sibTrans" presStyleLbl="sibTrans2D1" presStyleIdx="0" presStyleCnt="0"/>
      <dgm:spPr/>
    </dgm:pt>
    <dgm:pt modelId="{D2CFACB7-731D-4B29-BB09-3659972A6896}" type="pres">
      <dgm:prSet presAssocID="{D00570E9-0D54-4572-A44F-F83680383023}" presName="compNode" presStyleCnt="0"/>
      <dgm:spPr/>
    </dgm:pt>
    <dgm:pt modelId="{700E76DE-4AF6-42E9-B307-3184423C248A}" type="pres">
      <dgm:prSet presAssocID="{D00570E9-0D54-4572-A44F-F83680383023}" presName="bkgdShape" presStyleLbl="node1" presStyleIdx="2" presStyleCnt="5"/>
      <dgm:spPr/>
    </dgm:pt>
    <dgm:pt modelId="{A2D5B3E3-8520-410E-8AD7-9A270EBEE94D}" type="pres">
      <dgm:prSet presAssocID="{D00570E9-0D54-4572-A44F-F83680383023}" presName="nodeTx" presStyleLbl="node1" presStyleIdx="2" presStyleCnt="5">
        <dgm:presLayoutVars>
          <dgm:bulletEnabled val="1"/>
        </dgm:presLayoutVars>
      </dgm:prSet>
      <dgm:spPr/>
    </dgm:pt>
    <dgm:pt modelId="{1133FB6D-3C01-4C6E-93A0-420FD2B27855}" type="pres">
      <dgm:prSet presAssocID="{D00570E9-0D54-4572-A44F-F83680383023}" presName="invisiNode" presStyleLbl="node1" presStyleIdx="2" presStyleCnt="5"/>
      <dgm:spPr/>
    </dgm:pt>
    <dgm:pt modelId="{E357571E-2D7D-46DC-A7B0-A1C09ED888D3}" type="pres">
      <dgm:prSet presAssocID="{D00570E9-0D54-4572-A44F-F83680383023}" presName="imagNode" presStyleLbl="fgImgPlace1" presStyleIdx="2" presStyleCnt="5"/>
      <dgm:spPr/>
    </dgm:pt>
    <dgm:pt modelId="{095BC686-A220-4998-AA1F-CD078E2A0D5B}" type="pres">
      <dgm:prSet presAssocID="{85839884-F8F1-4BF2-BFC8-E9FC74850B6A}" presName="sibTrans" presStyleLbl="sibTrans2D1" presStyleIdx="0" presStyleCnt="0"/>
      <dgm:spPr/>
    </dgm:pt>
    <dgm:pt modelId="{B43A05F6-2515-4530-88EF-CEE7D6EE7E3C}" type="pres">
      <dgm:prSet presAssocID="{2B1AFFC5-98FD-4B8C-9FAF-774E428A6AD4}" presName="compNode" presStyleCnt="0"/>
      <dgm:spPr/>
    </dgm:pt>
    <dgm:pt modelId="{88447764-A633-4FA3-8D29-58B5CD8B1A9D}" type="pres">
      <dgm:prSet presAssocID="{2B1AFFC5-98FD-4B8C-9FAF-774E428A6AD4}" presName="bkgdShape" presStyleLbl="node1" presStyleIdx="3" presStyleCnt="5"/>
      <dgm:spPr/>
    </dgm:pt>
    <dgm:pt modelId="{36882B8A-7BAC-46FE-AE54-B2882A483ABC}" type="pres">
      <dgm:prSet presAssocID="{2B1AFFC5-98FD-4B8C-9FAF-774E428A6AD4}" presName="nodeTx" presStyleLbl="node1" presStyleIdx="3" presStyleCnt="5">
        <dgm:presLayoutVars>
          <dgm:bulletEnabled val="1"/>
        </dgm:presLayoutVars>
      </dgm:prSet>
      <dgm:spPr/>
    </dgm:pt>
    <dgm:pt modelId="{43EAD825-7B70-439F-9762-48E4AE1FEBE2}" type="pres">
      <dgm:prSet presAssocID="{2B1AFFC5-98FD-4B8C-9FAF-774E428A6AD4}" presName="invisiNode" presStyleLbl="node1" presStyleIdx="3" presStyleCnt="5"/>
      <dgm:spPr/>
    </dgm:pt>
    <dgm:pt modelId="{88585B3D-05D8-46EE-8879-D305E157EAE9}" type="pres">
      <dgm:prSet presAssocID="{2B1AFFC5-98FD-4B8C-9FAF-774E428A6AD4}" presName="imagNode" presStyleLbl="fgImgPlace1" presStyleIdx="3" presStyleCnt="5"/>
      <dgm:spPr/>
    </dgm:pt>
    <dgm:pt modelId="{19729C15-3B04-4A74-9FBA-375DC43B229B}" type="pres">
      <dgm:prSet presAssocID="{88AB0B57-1CEC-46D0-A661-A443EB151F2B}" presName="sibTrans" presStyleLbl="sibTrans2D1" presStyleIdx="0" presStyleCnt="0"/>
      <dgm:spPr/>
    </dgm:pt>
    <dgm:pt modelId="{68EE7DE3-370F-4549-9096-37A3E095D1E6}" type="pres">
      <dgm:prSet presAssocID="{66BD6E11-AE42-4572-953B-4B07E9240D6D}" presName="compNode" presStyleCnt="0"/>
      <dgm:spPr/>
    </dgm:pt>
    <dgm:pt modelId="{AB995A81-44EA-4A71-8402-C8A7A52C5EB0}" type="pres">
      <dgm:prSet presAssocID="{66BD6E11-AE42-4572-953B-4B07E9240D6D}" presName="bkgdShape" presStyleLbl="node1" presStyleIdx="4" presStyleCnt="5"/>
      <dgm:spPr/>
    </dgm:pt>
    <dgm:pt modelId="{E714681B-2C86-4A55-B55B-A6A654A9495C}" type="pres">
      <dgm:prSet presAssocID="{66BD6E11-AE42-4572-953B-4B07E9240D6D}" presName="nodeTx" presStyleLbl="node1" presStyleIdx="4" presStyleCnt="5">
        <dgm:presLayoutVars>
          <dgm:bulletEnabled val="1"/>
        </dgm:presLayoutVars>
      </dgm:prSet>
      <dgm:spPr/>
    </dgm:pt>
    <dgm:pt modelId="{591677B8-8F2B-452A-906F-8EF9F49E6ACB}" type="pres">
      <dgm:prSet presAssocID="{66BD6E11-AE42-4572-953B-4B07E9240D6D}" presName="invisiNode" presStyleLbl="node1" presStyleIdx="4" presStyleCnt="5"/>
      <dgm:spPr/>
    </dgm:pt>
    <dgm:pt modelId="{26035304-4ADA-4B45-B098-9686B2EE1887}" type="pres">
      <dgm:prSet presAssocID="{66BD6E11-AE42-4572-953B-4B07E9240D6D}" presName="imagNode" presStyleLbl="fgImgPlace1" presStyleIdx="4" presStyleCnt="5"/>
      <dgm:spPr/>
    </dgm:pt>
  </dgm:ptLst>
  <dgm:cxnLst>
    <dgm:cxn modelId="{92DC2605-F6A1-4BD7-93CC-21B376EA461E}" type="presOf" srcId="{88AB0B57-1CEC-46D0-A661-A443EB151F2B}" destId="{19729C15-3B04-4A74-9FBA-375DC43B229B}" srcOrd="0" destOrd="0" presId="urn:microsoft.com/office/officeart/2005/8/layout/hList7"/>
    <dgm:cxn modelId="{0D587A1B-AE06-4739-9834-D6336BFC902A}" type="presOf" srcId="{48A20E7D-EA44-403C-B139-2EB904B12062}" destId="{EA0FD81A-C204-4965-AA55-AF908A774383}" srcOrd="0" destOrd="0" presId="urn:microsoft.com/office/officeart/2005/8/layout/hList7"/>
    <dgm:cxn modelId="{3237FF1C-E65F-4F93-9FED-4823CD5C187D}" srcId="{48A20E7D-EA44-403C-B139-2EB904B12062}" destId="{2B1AFFC5-98FD-4B8C-9FAF-774E428A6AD4}" srcOrd="3" destOrd="0" parTransId="{554003E2-CDA1-423D-A6A9-A2D34E1041B9}" sibTransId="{88AB0B57-1CEC-46D0-A661-A443EB151F2B}"/>
    <dgm:cxn modelId="{3EE94426-1B66-4819-8148-5C683FF4C919}" type="presOf" srcId="{85839884-F8F1-4BF2-BFC8-E9FC74850B6A}" destId="{095BC686-A220-4998-AA1F-CD078E2A0D5B}" srcOrd="0" destOrd="0" presId="urn:microsoft.com/office/officeart/2005/8/layout/hList7"/>
    <dgm:cxn modelId="{E41E533F-6074-42DB-9EBE-1D7F1FA8AA73}" type="presOf" srcId="{2B1AFFC5-98FD-4B8C-9FAF-774E428A6AD4}" destId="{36882B8A-7BAC-46FE-AE54-B2882A483ABC}" srcOrd="1" destOrd="0" presId="urn:microsoft.com/office/officeart/2005/8/layout/hList7"/>
    <dgm:cxn modelId="{3311A760-BBD2-4489-B282-BA77359DAB75}" type="presOf" srcId="{D00570E9-0D54-4572-A44F-F83680383023}" destId="{700E76DE-4AF6-42E9-B307-3184423C248A}" srcOrd="0" destOrd="0" presId="urn:microsoft.com/office/officeart/2005/8/layout/hList7"/>
    <dgm:cxn modelId="{F1519461-D272-4E3E-96B0-2AD23CB74FD3}" type="presOf" srcId="{66BD6E11-AE42-4572-953B-4B07E9240D6D}" destId="{AB995A81-44EA-4A71-8402-C8A7A52C5EB0}" srcOrd="0" destOrd="0" presId="urn:microsoft.com/office/officeart/2005/8/layout/hList7"/>
    <dgm:cxn modelId="{E1D1F26B-2195-401B-B7D2-E8E9FA86A03A}" type="presOf" srcId="{BBBACA13-3080-4AF5-8D90-747699F2720A}" destId="{341E0BF7-4365-46FF-87CA-675D7BC96524}" srcOrd="1" destOrd="0" presId="urn:microsoft.com/office/officeart/2005/8/layout/hList7"/>
    <dgm:cxn modelId="{90406B73-D281-40A7-BC2F-4FB9AD889C7F}" type="presOf" srcId="{55D7EB20-FF1F-4B5C-8310-8CDAB4096156}" destId="{06041FD2-15B8-45E4-9441-20AA67B53FC6}" srcOrd="0" destOrd="0" presId="urn:microsoft.com/office/officeart/2005/8/layout/hList7"/>
    <dgm:cxn modelId="{248B6889-7C16-41C5-BF55-3F1C83C58A2B}" type="presOf" srcId="{55D7EB20-FF1F-4B5C-8310-8CDAB4096156}" destId="{AC0DC81D-1D04-4765-8DBF-32070B5F89EF}" srcOrd="1" destOrd="0" presId="urn:microsoft.com/office/officeart/2005/8/layout/hList7"/>
    <dgm:cxn modelId="{86A2AD8A-3236-4128-BC59-0448FB853677}" srcId="{48A20E7D-EA44-403C-B139-2EB904B12062}" destId="{BBBACA13-3080-4AF5-8D90-747699F2720A}" srcOrd="1" destOrd="0" parTransId="{6CB3C7A2-4761-407F-A526-6F2AB91FCBC5}" sibTransId="{681F93EB-5D99-4D69-9DDB-30A2949E2780}"/>
    <dgm:cxn modelId="{0742DB9F-5BF1-4623-8775-32E5E79963C0}" type="presOf" srcId="{D00570E9-0D54-4572-A44F-F83680383023}" destId="{A2D5B3E3-8520-410E-8AD7-9A270EBEE94D}" srcOrd="1" destOrd="0" presId="urn:microsoft.com/office/officeart/2005/8/layout/hList7"/>
    <dgm:cxn modelId="{1490EFA9-5D66-4004-A6D4-009357E652F4}" type="presOf" srcId="{BBBACA13-3080-4AF5-8D90-747699F2720A}" destId="{DE55A34F-0D11-4DC0-B99C-8C181678C687}" srcOrd="0" destOrd="0" presId="urn:microsoft.com/office/officeart/2005/8/layout/hList7"/>
    <dgm:cxn modelId="{C2F2D7AC-C9F5-46F0-AD6B-9A0B3612E38B}" srcId="{48A20E7D-EA44-403C-B139-2EB904B12062}" destId="{55D7EB20-FF1F-4B5C-8310-8CDAB4096156}" srcOrd="0" destOrd="0" parTransId="{EB2BA1BE-915B-458B-9F17-E6889D131096}" sibTransId="{CFC1AE68-AFAF-4F89-9362-B88672F8EA5F}"/>
    <dgm:cxn modelId="{C3074BAE-2306-4456-98EE-531D713CA37A}" srcId="{48A20E7D-EA44-403C-B139-2EB904B12062}" destId="{D00570E9-0D54-4572-A44F-F83680383023}" srcOrd="2" destOrd="0" parTransId="{26ACC00D-F774-48FC-8A6C-D2F2EB5058DC}" sibTransId="{85839884-F8F1-4BF2-BFC8-E9FC74850B6A}"/>
    <dgm:cxn modelId="{3CB8DFBC-54F5-4775-ADC6-A0249F7EF536}" srcId="{48A20E7D-EA44-403C-B139-2EB904B12062}" destId="{66BD6E11-AE42-4572-953B-4B07E9240D6D}" srcOrd="4" destOrd="0" parTransId="{749BD7C0-B346-4F31-887E-10A6D9141F85}" sibTransId="{CE0EFA40-31FF-4F02-86B4-149E432B6C99}"/>
    <dgm:cxn modelId="{47DF5BC8-72EF-44CA-8EBC-D19EEA1166E1}" type="presOf" srcId="{66BD6E11-AE42-4572-953B-4B07E9240D6D}" destId="{E714681B-2C86-4A55-B55B-A6A654A9495C}" srcOrd="1" destOrd="0" presId="urn:microsoft.com/office/officeart/2005/8/layout/hList7"/>
    <dgm:cxn modelId="{704F16DC-1CF5-4392-BC69-6A2DE8AA9209}" type="presOf" srcId="{681F93EB-5D99-4D69-9DDB-30A2949E2780}" destId="{0A0BF61A-307A-4C2B-8A99-8A998CD106BE}" srcOrd="0" destOrd="0" presId="urn:microsoft.com/office/officeart/2005/8/layout/hList7"/>
    <dgm:cxn modelId="{90CA7BF8-FF01-401F-9B85-0A8559A1BACD}" type="presOf" srcId="{2B1AFFC5-98FD-4B8C-9FAF-774E428A6AD4}" destId="{88447764-A633-4FA3-8D29-58B5CD8B1A9D}" srcOrd="0" destOrd="0" presId="urn:microsoft.com/office/officeart/2005/8/layout/hList7"/>
    <dgm:cxn modelId="{054C34F9-0764-4D93-B2DE-D4B93FE73C3F}" type="presOf" srcId="{CFC1AE68-AFAF-4F89-9362-B88672F8EA5F}" destId="{FF1A0424-A916-49C5-A242-9DE0D9EA5FDE}" srcOrd="0" destOrd="0" presId="urn:microsoft.com/office/officeart/2005/8/layout/hList7"/>
    <dgm:cxn modelId="{EB2FE8F9-BF6B-4071-8122-D85184C36A85}" type="presParOf" srcId="{EA0FD81A-C204-4965-AA55-AF908A774383}" destId="{F966246A-38CD-4801-BABE-79AAB8374FCE}" srcOrd="0" destOrd="0" presId="urn:microsoft.com/office/officeart/2005/8/layout/hList7"/>
    <dgm:cxn modelId="{AE49D4B5-485B-4F37-9A9F-35BD99E60B8A}" type="presParOf" srcId="{EA0FD81A-C204-4965-AA55-AF908A774383}" destId="{B6DD01C8-2994-4988-991A-C8724CE65885}" srcOrd="1" destOrd="0" presId="urn:microsoft.com/office/officeart/2005/8/layout/hList7"/>
    <dgm:cxn modelId="{FE3A0364-0D0B-4797-A9CD-B9F12A5D3A5F}" type="presParOf" srcId="{B6DD01C8-2994-4988-991A-C8724CE65885}" destId="{BB702E29-6AB5-45C9-AECD-150BDF65406A}" srcOrd="0" destOrd="0" presId="urn:microsoft.com/office/officeart/2005/8/layout/hList7"/>
    <dgm:cxn modelId="{E84929BE-72F6-4B47-9995-2DE5A29500AE}" type="presParOf" srcId="{BB702E29-6AB5-45C9-AECD-150BDF65406A}" destId="{06041FD2-15B8-45E4-9441-20AA67B53FC6}" srcOrd="0" destOrd="0" presId="urn:microsoft.com/office/officeart/2005/8/layout/hList7"/>
    <dgm:cxn modelId="{9868D817-653D-40FE-AE7D-7526BA055A67}" type="presParOf" srcId="{BB702E29-6AB5-45C9-AECD-150BDF65406A}" destId="{AC0DC81D-1D04-4765-8DBF-32070B5F89EF}" srcOrd="1" destOrd="0" presId="urn:microsoft.com/office/officeart/2005/8/layout/hList7"/>
    <dgm:cxn modelId="{36DA30AF-DB36-4E35-B9DD-3456BFF88557}" type="presParOf" srcId="{BB702E29-6AB5-45C9-AECD-150BDF65406A}" destId="{BD839C96-554F-4861-80CD-7ACC43DE5CDB}" srcOrd="2" destOrd="0" presId="urn:microsoft.com/office/officeart/2005/8/layout/hList7"/>
    <dgm:cxn modelId="{67FFC93B-D19D-4889-B7A5-52CE76E0FA45}" type="presParOf" srcId="{BB702E29-6AB5-45C9-AECD-150BDF65406A}" destId="{DA5C8997-B42B-44FC-92E4-12259182A458}" srcOrd="3" destOrd="0" presId="urn:microsoft.com/office/officeart/2005/8/layout/hList7"/>
    <dgm:cxn modelId="{B37006C3-C563-4B42-A619-422A54E12357}" type="presParOf" srcId="{B6DD01C8-2994-4988-991A-C8724CE65885}" destId="{FF1A0424-A916-49C5-A242-9DE0D9EA5FDE}" srcOrd="1" destOrd="0" presId="urn:microsoft.com/office/officeart/2005/8/layout/hList7"/>
    <dgm:cxn modelId="{78AB3890-5762-4948-AB5D-CE7B1B21E30F}" type="presParOf" srcId="{B6DD01C8-2994-4988-991A-C8724CE65885}" destId="{E446E590-6741-49B6-8745-8A81ED95BF90}" srcOrd="2" destOrd="0" presId="urn:microsoft.com/office/officeart/2005/8/layout/hList7"/>
    <dgm:cxn modelId="{D3B20F86-9C88-45C0-8BB2-43974EC614AD}" type="presParOf" srcId="{E446E590-6741-49B6-8745-8A81ED95BF90}" destId="{DE55A34F-0D11-4DC0-B99C-8C181678C687}" srcOrd="0" destOrd="0" presId="urn:microsoft.com/office/officeart/2005/8/layout/hList7"/>
    <dgm:cxn modelId="{B0AE15C2-96E2-43AB-8A2E-9A9C5BB34306}" type="presParOf" srcId="{E446E590-6741-49B6-8745-8A81ED95BF90}" destId="{341E0BF7-4365-46FF-87CA-675D7BC96524}" srcOrd="1" destOrd="0" presId="urn:microsoft.com/office/officeart/2005/8/layout/hList7"/>
    <dgm:cxn modelId="{8574F99A-0BAC-4DCF-A46E-28003FCB6613}" type="presParOf" srcId="{E446E590-6741-49B6-8745-8A81ED95BF90}" destId="{CD0CD874-5122-4BE2-A43C-47F47A860A32}" srcOrd="2" destOrd="0" presId="urn:microsoft.com/office/officeart/2005/8/layout/hList7"/>
    <dgm:cxn modelId="{34C96A71-CD31-4667-9E4B-AFA44234DF19}" type="presParOf" srcId="{E446E590-6741-49B6-8745-8A81ED95BF90}" destId="{39463613-1ED3-4F1C-8A62-ECAC616A86CF}" srcOrd="3" destOrd="0" presId="urn:microsoft.com/office/officeart/2005/8/layout/hList7"/>
    <dgm:cxn modelId="{CBE457F4-CE41-49C8-A86D-87C8F6B082E9}" type="presParOf" srcId="{B6DD01C8-2994-4988-991A-C8724CE65885}" destId="{0A0BF61A-307A-4C2B-8A99-8A998CD106BE}" srcOrd="3" destOrd="0" presId="urn:microsoft.com/office/officeart/2005/8/layout/hList7"/>
    <dgm:cxn modelId="{C78B770A-9114-4F92-9FB2-6B52CA50672E}" type="presParOf" srcId="{B6DD01C8-2994-4988-991A-C8724CE65885}" destId="{D2CFACB7-731D-4B29-BB09-3659972A6896}" srcOrd="4" destOrd="0" presId="urn:microsoft.com/office/officeart/2005/8/layout/hList7"/>
    <dgm:cxn modelId="{07CCA9ED-F359-4CB4-B723-A1564EC7F1B6}" type="presParOf" srcId="{D2CFACB7-731D-4B29-BB09-3659972A6896}" destId="{700E76DE-4AF6-42E9-B307-3184423C248A}" srcOrd="0" destOrd="0" presId="urn:microsoft.com/office/officeart/2005/8/layout/hList7"/>
    <dgm:cxn modelId="{FEA4CFB9-E6FC-4D6C-9F49-4176F75B9A8C}" type="presParOf" srcId="{D2CFACB7-731D-4B29-BB09-3659972A6896}" destId="{A2D5B3E3-8520-410E-8AD7-9A270EBEE94D}" srcOrd="1" destOrd="0" presId="urn:microsoft.com/office/officeart/2005/8/layout/hList7"/>
    <dgm:cxn modelId="{C852E1EE-5706-4B21-B4B1-84146B6BE01A}" type="presParOf" srcId="{D2CFACB7-731D-4B29-BB09-3659972A6896}" destId="{1133FB6D-3C01-4C6E-93A0-420FD2B27855}" srcOrd="2" destOrd="0" presId="urn:microsoft.com/office/officeart/2005/8/layout/hList7"/>
    <dgm:cxn modelId="{CB573270-468C-40D5-A678-97F4B3CA3823}" type="presParOf" srcId="{D2CFACB7-731D-4B29-BB09-3659972A6896}" destId="{E357571E-2D7D-46DC-A7B0-A1C09ED888D3}" srcOrd="3" destOrd="0" presId="urn:microsoft.com/office/officeart/2005/8/layout/hList7"/>
    <dgm:cxn modelId="{67697A5D-52EA-41F2-A6CC-F6509DBD669C}" type="presParOf" srcId="{B6DD01C8-2994-4988-991A-C8724CE65885}" destId="{095BC686-A220-4998-AA1F-CD078E2A0D5B}" srcOrd="5" destOrd="0" presId="urn:microsoft.com/office/officeart/2005/8/layout/hList7"/>
    <dgm:cxn modelId="{EE0B0A32-AFBF-4677-95D4-07C338F86F5F}" type="presParOf" srcId="{B6DD01C8-2994-4988-991A-C8724CE65885}" destId="{B43A05F6-2515-4530-88EF-CEE7D6EE7E3C}" srcOrd="6" destOrd="0" presId="urn:microsoft.com/office/officeart/2005/8/layout/hList7"/>
    <dgm:cxn modelId="{47D1C150-0428-4737-94B4-BB63F223813F}" type="presParOf" srcId="{B43A05F6-2515-4530-88EF-CEE7D6EE7E3C}" destId="{88447764-A633-4FA3-8D29-58B5CD8B1A9D}" srcOrd="0" destOrd="0" presId="urn:microsoft.com/office/officeart/2005/8/layout/hList7"/>
    <dgm:cxn modelId="{3DA64855-628D-40E0-8B86-6040E376A785}" type="presParOf" srcId="{B43A05F6-2515-4530-88EF-CEE7D6EE7E3C}" destId="{36882B8A-7BAC-46FE-AE54-B2882A483ABC}" srcOrd="1" destOrd="0" presId="urn:microsoft.com/office/officeart/2005/8/layout/hList7"/>
    <dgm:cxn modelId="{154F7A03-229F-43AD-8AFC-9E36A73B6294}" type="presParOf" srcId="{B43A05F6-2515-4530-88EF-CEE7D6EE7E3C}" destId="{43EAD825-7B70-439F-9762-48E4AE1FEBE2}" srcOrd="2" destOrd="0" presId="urn:microsoft.com/office/officeart/2005/8/layout/hList7"/>
    <dgm:cxn modelId="{C40E97CE-7AB2-4BD1-9882-24FF23812E05}" type="presParOf" srcId="{B43A05F6-2515-4530-88EF-CEE7D6EE7E3C}" destId="{88585B3D-05D8-46EE-8879-D305E157EAE9}" srcOrd="3" destOrd="0" presId="urn:microsoft.com/office/officeart/2005/8/layout/hList7"/>
    <dgm:cxn modelId="{2D90CAAA-D1CD-4EC1-A202-9E99548EDDB2}" type="presParOf" srcId="{B6DD01C8-2994-4988-991A-C8724CE65885}" destId="{19729C15-3B04-4A74-9FBA-375DC43B229B}" srcOrd="7" destOrd="0" presId="urn:microsoft.com/office/officeart/2005/8/layout/hList7"/>
    <dgm:cxn modelId="{51671D1C-AC01-4F31-AF20-AD962D8C5219}" type="presParOf" srcId="{B6DD01C8-2994-4988-991A-C8724CE65885}" destId="{68EE7DE3-370F-4549-9096-37A3E095D1E6}" srcOrd="8" destOrd="0" presId="urn:microsoft.com/office/officeart/2005/8/layout/hList7"/>
    <dgm:cxn modelId="{88BF1621-9619-4D9F-9489-5BECB414C5BA}" type="presParOf" srcId="{68EE7DE3-370F-4549-9096-37A3E095D1E6}" destId="{AB995A81-44EA-4A71-8402-C8A7A52C5EB0}" srcOrd="0" destOrd="0" presId="urn:microsoft.com/office/officeart/2005/8/layout/hList7"/>
    <dgm:cxn modelId="{92C5C140-11EE-4DB8-BDE9-2FF045D72EBF}" type="presParOf" srcId="{68EE7DE3-370F-4549-9096-37A3E095D1E6}" destId="{E714681B-2C86-4A55-B55B-A6A654A9495C}" srcOrd="1" destOrd="0" presId="urn:microsoft.com/office/officeart/2005/8/layout/hList7"/>
    <dgm:cxn modelId="{C8F73D67-BF8F-4090-830D-B51077C231B7}" type="presParOf" srcId="{68EE7DE3-370F-4549-9096-37A3E095D1E6}" destId="{591677B8-8F2B-452A-906F-8EF9F49E6ACB}" srcOrd="2" destOrd="0" presId="urn:microsoft.com/office/officeart/2005/8/layout/hList7"/>
    <dgm:cxn modelId="{74FA8D42-5B79-4F2A-B716-6356E4682DD2}" type="presParOf" srcId="{68EE7DE3-370F-4549-9096-37A3E095D1E6}" destId="{26035304-4ADA-4B45-B098-9686B2EE188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41FD2-15B8-45E4-9441-20AA67B53FC6}">
      <dsp:nvSpPr>
        <dsp:cNvPr id="0" name=""/>
        <dsp:cNvSpPr/>
      </dsp:nvSpPr>
      <dsp:spPr>
        <a:xfrm>
          <a:off x="0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Bug Fixes</a:t>
          </a:r>
        </a:p>
      </dsp:txBody>
      <dsp:txXfrm>
        <a:off x="0" y="827302"/>
        <a:ext cx="979912" cy="827302"/>
      </dsp:txXfrm>
    </dsp:sp>
    <dsp:sp modelId="{DA5C8997-B42B-44FC-92E4-12259182A458}">
      <dsp:nvSpPr>
        <dsp:cNvPr id="0" name=""/>
        <dsp:cNvSpPr/>
      </dsp:nvSpPr>
      <dsp:spPr>
        <a:xfrm>
          <a:off x="145591" y="124095"/>
          <a:ext cx="688728" cy="688728"/>
        </a:xfrm>
        <a:prstGeom prst="ellipse">
          <a:avLst/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5A34F-0D11-4DC0-B99C-8C181678C687}">
      <dsp:nvSpPr>
        <dsp:cNvPr id="0" name=""/>
        <dsp:cNvSpPr/>
      </dsp:nvSpPr>
      <dsp:spPr>
        <a:xfrm>
          <a:off x="100930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Functional Excellence</a:t>
          </a:r>
        </a:p>
      </dsp:txBody>
      <dsp:txXfrm>
        <a:off x="1009309" y="827302"/>
        <a:ext cx="979912" cy="827302"/>
      </dsp:txXfrm>
    </dsp:sp>
    <dsp:sp modelId="{39463613-1ED3-4F1C-8A62-ECAC616A86CF}">
      <dsp:nvSpPr>
        <dsp:cNvPr id="0" name=""/>
        <dsp:cNvSpPr/>
      </dsp:nvSpPr>
      <dsp:spPr>
        <a:xfrm>
          <a:off x="1154901" y="124095"/>
          <a:ext cx="688728" cy="688728"/>
        </a:xfrm>
        <a:prstGeom prst="ellipse">
          <a:avLst/>
        </a:prstGeom>
        <a:solidFill>
          <a:schemeClr val="accent5">
            <a:tint val="50000"/>
            <a:hueOff val="-1847243"/>
            <a:satOff val="-3249"/>
            <a:lumOff val="-4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E76DE-4AF6-42E9-B307-3184423C248A}">
      <dsp:nvSpPr>
        <dsp:cNvPr id="0" name=""/>
        <dsp:cNvSpPr/>
      </dsp:nvSpPr>
      <dsp:spPr>
        <a:xfrm>
          <a:off x="201861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Simplification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And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Automation</a:t>
          </a:r>
        </a:p>
      </dsp:txBody>
      <dsp:txXfrm>
        <a:off x="2018619" y="827302"/>
        <a:ext cx="979912" cy="827302"/>
      </dsp:txXfrm>
    </dsp:sp>
    <dsp:sp modelId="{E357571E-2D7D-46DC-A7B0-A1C09ED888D3}">
      <dsp:nvSpPr>
        <dsp:cNvPr id="0" name=""/>
        <dsp:cNvSpPr/>
      </dsp:nvSpPr>
      <dsp:spPr>
        <a:xfrm>
          <a:off x="2164211" y="124095"/>
          <a:ext cx="688728" cy="688728"/>
        </a:xfrm>
        <a:prstGeom prst="ellipse">
          <a:avLst/>
        </a:prstGeom>
        <a:solidFill>
          <a:schemeClr val="accent5">
            <a:tint val="50000"/>
            <a:hueOff val="-3694485"/>
            <a:satOff val="-6499"/>
            <a:lumOff val="-8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47764-A633-4FA3-8D29-58B5CD8B1A9D}">
      <dsp:nvSpPr>
        <dsp:cNvPr id="0" name=""/>
        <dsp:cNvSpPr/>
      </dsp:nvSpPr>
      <dsp:spPr>
        <a:xfrm>
          <a:off x="302792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Analytics</a:t>
          </a:r>
        </a:p>
      </dsp:txBody>
      <dsp:txXfrm>
        <a:off x="3027929" y="827302"/>
        <a:ext cx="979912" cy="827302"/>
      </dsp:txXfrm>
    </dsp:sp>
    <dsp:sp modelId="{88585B3D-05D8-46EE-8879-D305E157EAE9}">
      <dsp:nvSpPr>
        <dsp:cNvPr id="0" name=""/>
        <dsp:cNvSpPr/>
      </dsp:nvSpPr>
      <dsp:spPr>
        <a:xfrm>
          <a:off x="3173521" y="124095"/>
          <a:ext cx="688728" cy="688728"/>
        </a:xfrm>
        <a:prstGeom prst="ellipse">
          <a:avLst/>
        </a:prstGeom>
        <a:solidFill>
          <a:schemeClr val="accent5">
            <a:tint val="50000"/>
            <a:hueOff val="-5541728"/>
            <a:satOff val="-9748"/>
            <a:lumOff val="-12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95A81-44EA-4A71-8402-C8A7A52C5EB0}">
      <dsp:nvSpPr>
        <dsp:cNvPr id="0" name=""/>
        <dsp:cNvSpPr/>
      </dsp:nvSpPr>
      <dsp:spPr>
        <a:xfrm>
          <a:off x="403723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Efficiency Achieved</a:t>
          </a:r>
        </a:p>
      </dsp:txBody>
      <dsp:txXfrm>
        <a:off x="4037239" y="827302"/>
        <a:ext cx="979912" cy="827302"/>
      </dsp:txXfrm>
    </dsp:sp>
    <dsp:sp modelId="{26035304-4ADA-4B45-B098-9686B2EE1887}">
      <dsp:nvSpPr>
        <dsp:cNvPr id="0" name=""/>
        <dsp:cNvSpPr/>
      </dsp:nvSpPr>
      <dsp:spPr>
        <a:xfrm>
          <a:off x="4182831" y="124095"/>
          <a:ext cx="688728" cy="688728"/>
        </a:xfrm>
        <a:prstGeom prst="ellipse">
          <a:avLst/>
        </a:prstGeom>
        <a:solidFill>
          <a:schemeClr val="accent5">
            <a:tint val="50000"/>
            <a:hueOff val="-7388970"/>
            <a:satOff val="-12997"/>
            <a:lumOff val="-16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6246A-38CD-4801-BABE-79AAB8374FCE}">
      <dsp:nvSpPr>
        <dsp:cNvPr id="0" name=""/>
        <dsp:cNvSpPr/>
      </dsp:nvSpPr>
      <dsp:spPr>
        <a:xfrm>
          <a:off x="200686" y="1654603"/>
          <a:ext cx="4615779" cy="310238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41FD2-15B8-45E4-9441-20AA67B53FC6}">
      <dsp:nvSpPr>
        <dsp:cNvPr id="0" name=""/>
        <dsp:cNvSpPr/>
      </dsp:nvSpPr>
      <dsp:spPr>
        <a:xfrm>
          <a:off x="0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Bug Fixes</a:t>
          </a:r>
        </a:p>
      </dsp:txBody>
      <dsp:txXfrm>
        <a:off x="0" y="827302"/>
        <a:ext cx="979912" cy="827302"/>
      </dsp:txXfrm>
    </dsp:sp>
    <dsp:sp modelId="{DA5C8997-B42B-44FC-92E4-12259182A458}">
      <dsp:nvSpPr>
        <dsp:cNvPr id="0" name=""/>
        <dsp:cNvSpPr/>
      </dsp:nvSpPr>
      <dsp:spPr>
        <a:xfrm>
          <a:off x="145591" y="124095"/>
          <a:ext cx="688728" cy="688728"/>
        </a:xfrm>
        <a:prstGeom prst="ellipse">
          <a:avLst/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5A34F-0D11-4DC0-B99C-8C181678C687}">
      <dsp:nvSpPr>
        <dsp:cNvPr id="0" name=""/>
        <dsp:cNvSpPr/>
      </dsp:nvSpPr>
      <dsp:spPr>
        <a:xfrm>
          <a:off x="100930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Functional Excellence</a:t>
          </a:r>
        </a:p>
      </dsp:txBody>
      <dsp:txXfrm>
        <a:off x="1009309" y="827302"/>
        <a:ext cx="979912" cy="827302"/>
      </dsp:txXfrm>
    </dsp:sp>
    <dsp:sp modelId="{39463613-1ED3-4F1C-8A62-ECAC616A86CF}">
      <dsp:nvSpPr>
        <dsp:cNvPr id="0" name=""/>
        <dsp:cNvSpPr/>
      </dsp:nvSpPr>
      <dsp:spPr>
        <a:xfrm>
          <a:off x="1154901" y="124095"/>
          <a:ext cx="688728" cy="688728"/>
        </a:xfrm>
        <a:prstGeom prst="ellipse">
          <a:avLst/>
        </a:prstGeom>
        <a:solidFill>
          <a:schemeClr val="accent5">
            <a:tint val="50000"/>
            <a:hueOff val="-1847243"/>
            <a:satOff val="-3249"/>
            <a:lumOff val="-4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E76DE-4AF6-42E9-B307-3184423C248A}">
      <dsp:nvSpPr>
        <dsp:cNvPr id="0" name=""/>
        <dsp:cNvSpPr/>
      </dsp:nvSpPr>
      <dsp:spPr>
        <a:xfrm>
          <a:off x="201861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Simplification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And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Automation</a:t>
          </a:r>
        </a:p>
      </dsp:txBody>
      <dsp:txXfrm>
        <a:off x="2018619" y="827302"/>
        <a:ext cx="979912" cy="827302"/>
      </dsp:txXfrm>
    </dsp:sp>
    <dsp:sp modelId="{E357571E-2D7D-46DC-A7B0-A1C09ED888D3}">
      <dsp:nvSpPr>
        <dsp:cNvPr id="0" name=""/>
        <dsp:cNvSpPr/>
      </dsp:nvSpPr>
      <dsp:spPr>
        <a:xfrm>
          <a:off x="2164211" y="124095"/>
          <a:ext cx="688728" cy="688728"/>
        </a:xfrm>
        <a:prstGeom prst="ellipse">
          <a:avLst/>
        </a:prstGeom>
        <a:solidFill>
          <a:schemeClr val="accent5">
            <a:tint val="50000"/>
            <a:hueOff val="-3694485"/>
            <a:satOff val="-6499"/>
            <a:lumOff val="-8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47764-A633-4FA3-8D29-58B5CD8B1A9D}">
      <dsp:nvSpPr>
        <dsp:cNvPr id="0" name=""/>
        <dsp:cNvSpPr/>
      </dsp:nvSpPr>
      <dsp:spPr>
        <a:xfrm>
          <a:off x="302792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Analytics</a:t>
          </a:r>
        </a:p>
      </dsp:txBody>
      <dsp:txXfrm>
        <a:off x="3027929" y="827302"/>
        <a:ext cx="979912" cy="827302"/>
      </dsp:txXfrm>
    </dsp:sp>
    <dsp:sp modelId="{88585B3D-05D8-46EE-8879-D305E157EAE9}">
      <dsp:nvSpPr>
        <dsp:cNvPr id="0" name=""/>
        <dsp:cNvSpPr/>
      </dsp:nvSpPr>
      <dsp:spPr>
        <a:xfrm>
          <a:off x="3173521" y="124095"/>
          <a:ext cx="688728" cy="688728"/>
        </a:xfrm>
        <a:prstGeom prst="ellipse">
          <a:avLst/>
        </a:prstGeom>
        <a:solidFill>
          <a:schemeClr val="accent5">
            <a:tint val="50000"/>
            <a:hueOff val="-5541728"/>
            <a:satOff val="-9748"/>
            <a:lumOff val="-12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95A81-44EA-4A71-8402-C8A7A52C5EB0}">
      <dsp:nvSpPr>
        <dsp:cNvPr id="0" name=""/>
        <dsp:cNvSpPr/>
      </dsp:nvSpPr>
      <dsp:spPr>
        <a:xfrm>
          <a:off x="403723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Efficiency Achieved</a:t>
          </a:r>
        </a:p>
      </dsp:txBody>
      <dsp:txXfrm>
        <a:off x="4037239" y="827302"/>
        <a:ext cx="979912" cy="827302"/>
      </dsp:txXfrm>
    </dsp:sp>
    <dsp:sp modelId="{26035304-4ADA-4B45-B098-9686B2EE1887}">
      <dsp:nvSpPr>
        <dsp:cNvPr id="0" name=""/>
        <dsp:cNvSpPr/>
      </dsp:nvSpPr>
      <dsp:spPr>
        <a:xfrm>
          <a:off x="4182831" y="124095"/>
          <a:ext cx="688728" cy="688728"/>
        </a:xfrm>
        <a:prstGeom prst="ellipse">
          <a:avLst/>
        </a:prstGeom>
        <a:solidFill>
          <a:schemeClr val="accent5">
            <a:tint val="50000"/>
            <a:hueOff val="-7388970"/>
            <a:satOff val="-12997"/>
            <a:lumOff val="-16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6246A-38CD-4801-BABE-79AAB8374FCE}">
      <dsp:nvSpPr>
        <dsp:cNvPr id="0" name=""/>
        <dsp:cNvSpPr/>
      </dsp:nvSpPr>
      <dsp:spPr>
        <a:xfrm>
          <a:off x="200686" y="1654603"/>
          <a:ext cx="4615779" cy="310238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41FD2-15B8-45E4-9441-20AA67B53FC6}">
      <dsp:nvSpPr>
        <dsp:cNvPr id="0" name=""/>
        <dsp:cNvSpPr/>
      </dsp:nvSpPr>
      <dsp:spPr>
        <a:xfrm>
          <a:off x="0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Bug Fixes</a:t>
          </a:r>
        </a:p>
      </dsp:txBody>
      <dsp:txXfrm>
        <a:off x="0" y="827302"/>
        <a:ext cx="979912" cy="827302"/>
      </dsp:txXfrm>
    </dsp:sp>
    <dsp:sp modelId="{DA5C8997-B42B-44FC-92E4-12259182A458}">
      <dsp:nvSpPr>
        <dsp:cNvPr id="0" name=""/>
        <dsp:cNvSpPr/>
      </dsp:nvSpPr>
      <dsp:spPr>
        <a:xfrm>
          <a:off x="145591" y="124095"/>
          <a:ext cx="688728" cy="688728"/>
        </a:xfrm>
        <a:prstGeom prst="ellipse">
          <a:avLst/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5A34F-0D11-4DC0-B99C-8C181678C687}">
      <dsp:nvSpPr>
        <dsp:cNvPr id="0" name=""/>
        <dsp:cNvSpPr/>
      </dsp:nvSpPr>
      <dsp:spPr>
        <a:xfrm>
          <a:off x="100930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Functional Excellence</a:t>
          </a:r>
        </a:p>
      </dsp:txBody>
      <dsp:txXfrm>
        <a:off x="1009309" y="827302"/>
        <a:ext cx="979912" cy="827302"/>
      </dsp:txXfrm>
    </dsp:sp>
    <dsp:sp modelId="{39463613-1ED3-4F1C-8A62-ECAC616A86CF}">
      <dsp:nvSpPr>
        <dsp:cNvPr id="0" name=""/>
        <dsp:cNvSpPr/>
      </dsp:nvSpPr>
      <dsp:spPr>
        <a:xfrm>
          <a:off x="1154901" y="124095"/>
          <a:ext cx="688728" cy="688728"/>
        </a:xfrm>
        <a:prstGeom prst="ellipse">
          <a:avLst/>
        </a:prstGeom>
        <a:solidFill>
          <a:schemeClr val="accent5">
            <a:tint val="50000"/>
            <a:hueOff val="-1847243"/>
            <a:satOff val="-3249"/>
            <a:lumOff val="-4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E76DE-4AF6-42E9-B307-3184423C248A}">
      <dsp:nvSpPr>
        <dsp:cNvPr id="0" name=""/>
        <dsp:cNvSpPr/>
      </dsp:nvSpPr>
      <dsp:spPr>
        <a:xfrm>
          <a:off x="201861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Simplification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And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Automation</a:t>
          </a:r>
        </a:p>
      </dsp:txBody>
      <dsp:txXfrm>
        <a:off x="2018619" y="827302"/>
        <a:ext cx="979912" cy="827302"/>
      </dsp:txXfrm>
    </dsp:sp>
    <dsp:sp modelId="{E357571E-2D7D-46DC-A7B0-A1C09ED888D3}">
      <dsp:nvSpPr>
        <dsp:cNvPr id="0" name=""/>
        <dsp:cNvSpPr/>
      </dsp:nvSpPr>
      <dsp:spPr>
        <a:xfrm>
          <a:off x="2164211" y="124095"/>
          <a:ext cx="688728" cy="688728"/>
        </a:xfrm>
        <a:prstGeom prst="ellipse">
          <a:avLst/>
        </a:prstGeom>
        <a:solidFill>
          <a:schemeClr val="accent5">
            <a:tint val="50000"/>
            <a:hueOff val="-3694485"/>
            <a:satOff val="-6499"/>
            <a:lumOff val="-8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47764-A633-4FA3-8D29-58B5CD8B1A9D}">
      <dsp:nvSpPr>
        <dsp:cNvPr id="0" name=""/>
        <dsp:cNvSpPr/>
      </dsp:nvSpPr>
      <dsp:spPr>
        <a:xfrm>
          <a:off x="302792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Analytics</a:t>
          </a:r>
        </a:p>
      </dsp:txBody>
      <dsp:txXfrm>
        <a:off x="3027929" y="827302"/>
        <a:ext cx="979912" cy="827302"/>
      </dsp:txXfrm>
    </dsp:sp>
    <dsp:sp modelId="{88585B3D-05D8-46EE-8879-D305E157EAE9}">
      <dsp:nvSpPr>
        <dsp:cNvPr id="0" name=""/>
        <dsp:cNvSpPr/>
      </dsp:nvSpPr>
      <dsp:spPr>
        <a:xfrm>
          <a:off x="3173521" y="124095"/>
          <a:ext cx="688728" cy="688728"/>
        </a:xfrm>
        <a:prstGeom prst="ellipse">
          <a:avLst/>
        </a:prstGeom>
        <a:solidFill>
          <a:schemeClr val="accent5">
            <a:tint val="50000"/>
            <a:hueOff val="-5541728"/>
            <a:satOff val="-9748"/>
            <a:lumOff val="-12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95A81-44EA-4A71-8402-C8A7A52C5EB0}">
      <dsp:nvSpPr>
        <dsp:cNvPr id="0" name=""/>
        <dsp:cNvSpPr/>
      </dsp:nvSpPr>
      <dsp:spPr>
        <a:xfrm>
          <a:off x="4037239" y="0"/>
          <a:ext cx="979912" cy="2068255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Efficiency Achieved</a:t>
          </a:r>
        </a:p>
      </dsp:txBody>
      <dsp:txXfrm>
        <a:off x="4037239" y="827302"/>
        <a:ext cx="979912" cy="827302"/>
      </dsp:txXfrm>
    </dsp:sp>
    <dsp:sp modelId="{26035304-4ADA-4B45-B098-9686B2EE1887}">
      <dsp:nvSpPr>
        <dsp:cNvPr id="0" name=""/>
        <dsp:cNvSpPr/>
      </dsp:nvSpPr>
      <dsp:spPr>
        <a:xfrm>
          <a:off x="4182831" y="124095"/>
          <a:ext cx="688728" cy="688728"/>
        </a:xfrm>
        <a:prstGeom prst="ellipse">
          <a:avLst/>
        </a:prstGeom>
        <a:solidFill>
          <a:schemeClr val="accent5">
            <a:tint val="50000"/>
            <a:hueOff val="-7388970"/>
            <a:satOff val="-12997"/>
            <a:lumOff val="-16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6246A-38CD-4801-BABE-79AAB8374FCE}">
      <dsp:nvSpPr>
        <dsp:cNvPr id="0" name=""/>
        <dsp:cNvSpPr/>
      </dsp:nvSpPr>
      <dsp:spPr>
        <a:xfrm>
          <a:off x="200686" y="1654603"/>
          <a:ext cx="4615779" cy="310238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D5685-5BEE-41F7-B53D-4532B2A98F15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5D8DE-3AB5-46E2-B3B1-C7B1FA570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252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D9D63-028F-41F5-976B-0C0C4F48D508}" type="datetimeFigureOut">
              <a:rPr lang="pl-PL" smtClean="0"/>
              <a:t>25.09.2025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16F25-944E-4B66-91A8-7667CD9F6DA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01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8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62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9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D014-569A-4413-B896-C783A669A407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794879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ADFF-87AD-499D-9000-E9BFA7E207B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IT vision &amp; Missio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738"/>
            <a:ext cx="1199456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5828102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DCCDA-38C5-4289-8EBA-62C82550C2AC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21620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6444-4961-4297-96D4-CBC9E0FE6729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02643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FD550-5B99-44A8-9134-065B356B1FB5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604014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D4E6-A1D9-4389-95B8-C35FFE43AF2F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401229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C9FE-EDB5-4BDC-8353-D8FB53679D33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923093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41878-D9C8-4D74-9D20-456A18CF954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080688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2605-7D9A-49C9-AAE8-4A52C61DFCFC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74387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055C-8806-49A6-96D5-88E3912B27B2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987263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E4347-8B6C-452A-AA97-18D9BF33D4D8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18446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0A2C4ED6-B945-4A43-AD66-BD33C22335EE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25-09-2025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7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0" r:id="rId1"/>
    <p:sldLayoutId id="2147484511" r:id="rId2"/>
    <p:sldLayoutId id="2147484512" r:id="rId3"/>
    <p:sldLayoutId id="2147484513" r:id="rId4"/>
    <p:sldLayoutId id="2147484514" r:id="rId5"/>
    <p:sldLayoutId id="2147484515" r:id="rId6"/>
    <p:sldLayoutId id="2147484516" r:id="rId7"/>
    <p:sldLayoutId id="2147484517" r:id="rId8"/>
    <p:sldLayoutId id="2147484518" r:id="rId9"/>
    <p:sldLayoutId id="2147484519" r:id="rId10"/>
    <p:sldLayoutId id="2147484520" r:id="rId11"/>
  </p:sldLayoutIdLst>
  <p:transition spd="slow">
    <p:wip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7" t="24432" r="23617" b="12089"/>
          <a:stretch/>
        </p:blipFill>
        <p:spPr bwMode="auto">
          <a:xfrm>
            <a:off x="253074" y="345121"/>
            <a:ext cx="1498811" cy="1498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9"/>
          <p:cNvSpPr txBox="1"/>
          <p:nvPr/>
        </p:nvSpPr>
        <p:spPr>
          <a:xfrm>
            <a:off x="3290454" y="2807205"/>
            <a:ext cx="5320146" cy="3046984"/>
          </a:xfrm>
          <a:prstGeom prst="rect">
            <a:avLst/>
          </a:prstGeom>
          <a:solidFill>
            <a:schemeClr val="bg1"/>
          </a:solidFill>
        </p:spPr>
        <p:txBody>
          <a:bodyPr wrap="square" lIns="91428" tIns="45718" rIns="91428" bIns="45718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6"/>
                </a:solidFill>
              </a:rPr>
              <a:t>Weekly Status Meeting Update </a:t>
            </a:r>
          </a:p>
          <a:p>
            <a:pPr algn="ctr"/>
            <a:endParaRPr lang="en-US" sz="3200" b="1" dirty="0">
              <a:solidFill>
                <a:schemeClr val="accent6"/>
              </a:solidFill>
            </a:endParaRPr>
          </a:p>
          <a:p>
            <a:pPr algn="ctr"/>
            <a:r>
              <a:rPr lang="en-US" sz="3200" b="1" dirty="0">
                <a:solidFill>
                  <a:schemeClr val="accent6"/>
                </a:solidFill>
              </a:rPr>
              <a:t>VAPT, BAS and ASM Project </a:t>
            </a:r>
          </a:p>
          <a:p>
            <a:pPr algn="ctr"/>
            <a:r>
              <a:rPr lang="en-US" sz="3200" b="1" dirty="0">
                <a:solidFill>
                  <a:schemeClr val="accent6"/>
                </a:solidFill>
              </a:rPr>
              <a:t> </a:t>
            </a:r>
            <a:endParaRPr lang="en-US" sz="3200" b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r>
              <a:rPr lang="en-US" sz="3200" b="1" dirty="0">
                <a:solidFill>
                  <a:schemeClr val="accent6"/>
                </a:solidFill>
              </a:rPr>
              <a:t>25 Sep 2025</a:t>
            </a:r>
            <a:endParaRPr lang="en-US" sz="3200" b="1" dirty="0">
              <a:solidFill>
                <a:schemeClr val="accent6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86DB2-BCDB-48D1-AFA5-A72ABB57A269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718" y="0"/>
            <a:ext cx="1541962" cy="154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5351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0C3C0-3879-21FA-9A8E-C571321E1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714111-3758-52D0-F2B4-7815A9B6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01AFD5-69A0-ABCC-895B-CE0A6A8453FA}"/>
              </a:ext>
            </a:extLst>
          </p:cNvPr>
          <p:cNvSpPr txBox="1"/>
          <p:nvPr/>
        </p:nvSpPr>
        <p:spPr>
          <a:xfrm>
            <a:off x="406914" y="371760"/>
            <a:ext cx="69634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VAPT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0566AF18-55BF-84F4-71A2-A0ADEC4959C0}"/>
              </a:ext>
            </a:extLst>
          </p:cNvPr>
          <p:cNvGraphicFramePr/>
          <p:nvPr/>
        </p:nvGraphicFramePr>
        <p:xfrm>
          <a:off x="6828047" y="1567939"/>
          <a:ext cx="5017152" cy="2068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B87B122-02D8-06B1-050D-FE4ACBB55104}"/>
              </a:ext>
            </a:extLst>
          </p:cNvPr>
          <p:cNvSpPr txBox="1"/>
          <p:nvPr/>
        </p:nvSpPr>
        <p:spPr>
          <a:xfrm>
            <a:off x="8165026" y="1841717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947DEC-B6E7-8D30-DCEE-C466FB90802F}"/>
              </a:ext>
            </a:extLst>
          </p:cNvPr>
          <p:cNvSpPr txBox="1"/>
          <p:nvPr/>
        </p:nvSpPr>
        <p:spPr>
          <a:xfrm>
            <a:off x="9172415" y="1841719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901B20-87E0-B397-6681-18E631476B5E}"/>
              </a:ext>
            </a:extLst>
          </p:cNvPr>
          <p:cNvSpPr txBox="1"/>
          <p:nvPr/>
        </p:nvSpPr>
        <p:spPr>
          <a:xfrm>
            <a:off x="10164305" y="1857216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B759CD-97CF-6A20-E2A7-D11C02B52504}"/>
              </a:ext>
            </a:extLst>
          </p:cNvPr>
          <p:cNvSpPr txBox="1"/>
          <p:nvPr/>
        </p:nvSpPr>
        <p:spPr>
          <a:xfrm>
            <a:off x="11156196" y="1857216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54A07B-8F68-064C-2C66-15A9DB5CD31E}"/>
              </a:ext>
            </a:extLst>
          </p:cNvPr>
          <p:cNvSpPr txBox="1"/>
          <p:nvPr/>
        </p:nvSpPr>
        <p:spPr>
          <a:xfrm>
            <a:off x="7108557" y="1839133"/>
            <a:ext cx="436538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D0AD3B1-96D2-F0EC-8D25-1708650D4F32}"/>
              </a:ext>
            </a:extLst>
          </p:cNvPr>
          <p:cNvSpPr/>
          <p:nvPr/>
        </p:nvSpPr>
        <p:spPr>
          <a:xfrm>
            <a:off x="168305" y="816835"/>
            <a:ext cx="6377867" cy="288749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Pr</a:t>
            </a:r>
            <a:r>
              <a:rPr lang="en-US" sz="1400" b="1" dirty="0">
                <a:solidFill>
                  <a:schemeClr val="tx1"/>
                </a:solidFill>
              </a:rPr>
              <a:t>ogress Last week-</a:t>
            </a:r>
            <a:endParaRPr lang="en-US" sz="1400" b="1" dirty="0">
              <a:solidFill>
                <a:schemeClr val="tx1"/>
              </a:solidFill>
              <a:cs typeface="Calibri"/>
            </a:endParaRPr>
          </a:p>
          <a:p>
            <a:r>
              <a:rPr lang="en-US" sz="1400" b="1" u="sng" dirty="0">
                <a:solidFill>
                  <a:schemeClr val="tx1"/>
                </a:solidFill>
                <a:ea typeface="Calibri"/>
                <a:cs typeface="Calibri"/>
              </a:rPr>
              <a:t>Web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a typeface="Calibri"/>
                <a:cs typeface="Calibri"/>
              </a:rPr>
              <a:t>14 Web Application Initial Reports Submitted. </a:t>
            </a:r>
            <a:endParaRPr lang="en-US" sz="1400" b="1" u="sng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b="1" u="sng" dirty="0">
                <a:solidFill>
                  <a:schemeClr val="tx1"/>
                </a:solidFill>
                <a:ea typeface="Calibri"/>
                <a:cs typeface="Calibri"/>
              </a:rPr>
              <a:t>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a typeface="Calibri"/>
                <a:cs typeface="Calibri"/>
              </a:rPr>
              <a:t>Scope Count – 300, Received Count from EPL – 342. Completed VA – 295 and Completed PT - 89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u="sng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b="1" u="sng" dirty="0">
                <a:solidFill>
                  <a:schemeClr val="tx1"/>
                </a:solidFill>
                <a:ea typeface="Calibri"/>
                <a:cs typeface="Calibri"/>
              </a:rPr>
              <a:t>Network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  <a:ea typeface="Calibri"/>
                <a:cs typeface="Calibri"/>
              </a:rPr>
              <a:t>Scope Count – 200, Received Count from EPL – 179. Completed VA – 157 and Completed PT - 148</a:t>
            </a:r>
          </a:p>
          <a:p>
            <a:endParaRPr lang="en-US" sz="1400" b="1" u="sng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sz="1400" b="1" u="sng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sz="1400" b="1" u="sng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sz="1400" b="1" u="sng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EDE3D7A-5678-C5F8-A37C-1730D2A71694}"/>
              </a:ext>
            </a:extLst>
          </p:cNvPr>
          <p:cNvSpPr/>
          <p:nvPr/>
        </p:nvSpPr>
        <p:spPr>
          <a:xfrm>
            <a:off x="177049" y="3909374"/>
            <a:ext cx="6376441" cy="308477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Plan for This week-</a:t>
            </a:r>
          </a:p>
          <a:p>
            <a:endParaRPr lang="en-US" dirty="0">
              <a:solidFill>
                <a:schemeClr val="tx1"/>
              </a:solidFill>
              <a:ea typeface="Calibri" panose="020F0502020204030204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ea typeface="Calibri" panose="020F0502020204030204"/>
              <a:cs typeface="Calibri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3240554-65C0-5E76-4852-F953B7E185DE}"/>
              </a:ext>
            </a:extLst>
          </p:cNvPr>
          <p:cNvSpPr/>
          <p:nvPr/>
        </p:nvSpPr>
        <p:spPr>
          <a:xfrm>
            <a:off x="6686898" y="3903016"/>
            <a:ext cx="5308790" cy="252824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Key Risks /  Points to be highlighted-</a:t>
            </a:r>
          </a:p>
          <a:p>
            <a:endParaRPr lang="en-US" sz="1200" b="1" dirty="0">
              <a:solidFill>
                <a:schemeClr val="tx1"/>
              </a:solidFill>
              <a:cs typeface="Calibri"/>
            </a:endParaRPr>
          </a:p>
          <a:p>
            <a:endParaRPr lang="en-US" sz="1200" b="1" dirty="0">
              <a:solidFill>
                <a:schemeClr val="tx1"/>
              </a:solidFill>
              <a:cs typeface="Calibri"/>
            </a:endParaRPr>
          </a:p>
          <a:p>
            <a:endParaRPr lang="en-US" sz="12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B1846D-4F12-7E84-C7E1-10DE3DD62EBA}"/>
              </a:ext>
            </a:extLst>
          </p:cNvPr>
          <p:cNvSpPr/>
          <p:nvPr/>
        </p:nvSpPr>
        <p:spPr>
          <a:xfrm>
            <a:off x="151779" y="3713684"/>
            <a:ext cx="11978229" cy="17383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C9EA4F-2C0E-2581-79EE-15839953AAAC}"/>
              </a:ext>
            </a:extLst>
          </p:cNvPr>
          <p:cNvSpPr/>
          <p:nvPr/>
        </p:nvSpPr>
        <p:spPr>
          <a:xfrm>
            <a:off x="6828047" y="948006"/>
            <a:ext cx="5017152" cy="477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Key Achievement- </a:t>
            </a:r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47931C2-B9D0-0008-7F70-74F1D0969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914" y="44200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BE1221-9DE1-93BB-29C0-AA4BF7986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093020"/>
              </p:ext>
            </p:extLst>
          </p:nvPr>
        </p:nvGraphicFramePr>
        <p:xfrm>
          <a:off x="6808380" y="4306186"/>
          <a:ext cx="4976706" cy="1929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4387">
                  <a:extLst>
                    <a:ext uri="{9D8B030D-6E8A-4147-A177-3AD203B41FA5}">
                      <a16:colId xmlns:a16="http://schemas.microsoft.com/office/drawing/2014/main" val="1349529188"/>
                    </a:ext>
                  </a:extLst>
                </a:gridCol>
                <a:gridCol w="745897">
                  <a:extLst>
                    <a:ext uri="{9D8B030D-6E8A-4147-A177-3AD203B41FA5}">
                      <a16:colId xmlns:a16="http://schemas.microsoft.com/office/drawing/2014/main" val="2000257114"/>
                    </a:ext>
                  </a:extLst>
                </a:gridCol>
                <a:gridCol w="443684">
                  <a:extLst>
                    <a:ext uri="{9D8B030D-6E8A-4147-A177-3AD203B41FA5}">
                      <a16:colId xmlns:a16="http://schemas.microsoft.com/office/drawing/2014/main" val="1677689188"/>
                    </a:ext>
                  </a:extLst>
                </a:gridCol>
                <a:gridCol w="2560336">
                  <a:extLst>
                    <a:ext uri="{9D8B030D-6E8A-4147-A177-3AD203B41FA5}">
                      <a16:colId xmlns:a16="http://schemas.microsoft.com/office/drawing/2014/main" val="1786420543"/>
                    </a:ext>
                  </a:extLst>
                </a:gridCol>
                <a:gridCol w="812402">
                  <a:extLst>
                    <a:ext uri="{9D8B030D-6E8A-4147-A177-3AD203B41FA5}">
                      <a16:colId xmlns:a16="http://schemas.microsoft.com/office/drawing/2014/main" val="2733464040"/>
                    </a:ext>
                  </a:extLst>
                </a:gridCol>
              </a:tblGrid>
              <a:tr h="1801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Sr.No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Issues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Date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Issue Status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Remark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561117"/>
                  </a:ext>
                </a:extLst>
              </a:tr>
              <a:tr h="1048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Internal Network Device IPs Accessibility issue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24-07-2025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#19 IPs are not accessible from VAPT-TEMP internal system, but they are accessible from VAPT2 internal system.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#23 IPs are also not accessible from both VAPT-TEMP and VAPT2 internal systems. We suspect them to be down.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Confirmation pending from EPL Team.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355159"/>
                  </a:ext>
                </a:extLst>
              </a:tr>
              <a:tr h="7010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Internal Server IPs Accessibility issue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28-08-2025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#49 IPs are also not accessible from both VAPT-TEMP and VAPT2 internal systems. We suspect them to be down.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Confirmation pending from EPL Team.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74849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DDB1B7-0DD7-3F2E-48E7-3B0C38BF9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46519"/>
              </p:ext>
            </p:extLst>
          </p:nvPr>
        </p:nvGraphicFramePr>
        <p:xfrm>
          <a:off x="397509" y="4496577"/>
          <a:ext cx="5919458" cy="1341120"/>
        </p:xfrm>
        <a:graphic>
          <a:graphicData uri="http://schemas.openxmlformats.org/drawingml/2006/table">
            <a:tbl>
              <a:tblPr/>
              <a:tblGrid>
                <a:gridCol w="5919458">
                  <a:extLst>
                    <a:ext uri="{9D8B030D-6E8A-4147-A177-3AD203B41FA5}">
                      <a16:colId xmlns:a16="http://schemas.microsoft.com/office/drawing/2014/main" val="2569187107"/>
                    </a:ext>
                  </a:extLst>
                </a:gridCol>
              </a:tblGrid>
              <a:tr h="207922">
                <a:tc>
                  <a:txBody>
                    <a:bodyPr/>
                    <a:lstStyle/>
                    <a:p>
                      <a:pPr algn="l" defTabSz="914264" rtl="0" eaLnBrk="1" latinLnBrk="0" hangingPunct="1">
                        <a:buNone/>
                      </a:pPr>
                      <a:r>
                        <a:rPr lang="en-IN" sz="1400" b="0" u="none" kern="120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1. To complete testing for 30 Server Ips.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8526"/>
                  </a:ext>
                </a:extLst>
              </a:tr>
              <a:tr h="363863">
                <a:tc>
                  <a:txBody>
                    <a:bodyPr/>
                    <a:lstStyle/>
                    <a:p>
                      <a:pPr algn="l" defTabSz="914264" rtl="0" eaLnBrk="1" latinLnBrk="0" hangingPunct="1">
                        <a:buNone/>
                      </a:pPr>
                      <a:r>
                        <a:rPr lang="en-US" sz="1400" b="0" u="none" kern="120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2. To complete Reporting for Switch Ips batch 2 Report and send it. Need update for IP accessibility issue to start testing of remaining Ips.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005075"/>
                  </a:ext>
                </a:extLst>
              </a:tr>
              <a:tr h="207922">
                <a:tc>
                  <a:txBody>
                    <a:bodyPr/>
                    <a:lstStyle/>
                    <a:p>
                      <a:pPr algn="l" defTabSz="914264" rtl="0" eaLnBrk="1" latinLnBrk="0" hangingPunct="1">
                        <a:buNone/>
                      </a:pPr>
                      <a:r>
                        <a:rPr lang="en-US" sz="1400" b="0" u="none" kern="120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3. To complete testing of 4 Internal Web Applications and to share reports for 4 Internal Web Applications.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8586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4E63768-EB9F-D8A8-389D-2EE84EA74D0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06914" y="4860714"/>
            <a:ext cx="100941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44749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6914" y="371760"/>
            <a:ext cx="56861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BAS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3698301073"/>
              </p:ext>
            </p:extLst>
          </p:nvPr>
        </p:nvGraphicFramePr>
        <p:xfrm>
          <a:off x="6828047" y="1567939"/>
          <a:ext cx="5017152" cy="2068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165026" y="1841717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29" name="TextBox 28"/>
          <p:cNvSpPr txBox="1"/>
          <p:nvPr/>
        </p:nvSpPr>
        <p:spPr>
          <a:xfrm>
            <a:off x="9172415" y="1841719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0" name="TextBox 29"/>
          <p:cNvSpPr txBox="1"/>
          <p:nvPr/>
        </p:nvSpPr>
        <p:spPr>
          <a:xfrm>
            <a:off x="10164305" y="1857216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1" name="TextBox 30"/>
          <p:cNvSpPr txBox="1"/>
          <p:nvPr/>
        </p:nvSpPr>
        <p:spPr>
          <a:xfrm>
            <a:off x="11156196" y="1857216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2" name="TextBox 31"/>
          <p:cNvSpPr txBox="1"/>
          <p:nvPr/>
        </p:nvSpPr>
        <p:spPr>
          <a:xfrm>
            <a:off x="7108557" y="1839133"/>
            <a:ext cx="436538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68305" y="816835"/>
            <a:ext cx="6377867" cy="288749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Pr</a:t>
            </a:r>
            <a:r>
              <a:rPr lang="en-US" sz="1400" b="1" dirty="0">
                <a:solidFill>
                  <a:schemeClr val="tx1"/>
                </a:solidFill>
              </a:rPr>
              <a:t>ogress Last week-</a:t>
            </a:r>
            <a:endParaRPr lang="en-US" sz="1400" b="1" dirty="0">
              <a:solidFill>
                <a:schemeClr val="tx1"/>
              </a:solidFill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a typeface="Calibri"/>
                <a:cs typeface="Calibri"/>
              </a:rPr>
              <a:t>2</a:t>
            </a:r>
            <a:r>
              <a:rPr lang="en-US" sz="1400" baseline="30000" dirty="0">
                <a:solidFill>
                  <a:schemeClr val="tx1"/>
                </a:solidFill>
                <a:ea typeface="Calibri"/>
                <a:cs typeface="Calibri"/>
              </a:rPr>
              <a:t>nd</a:t>
            </a:r>
            <a:r>
              <a:rPr lang="en-US" sz="1400" dirty="0">
                <a:solidFill>
                  <a:schemeClr val="tx1"/>
                </a:solidFill>
                <a:ea typeface="Calibri"/>
                <a:cs typeface="Calibri"/>
              </a:rPr>
              <a:t> BAS Agent - Tried to run the playbook on the existing 1 agent without NT Authority, but it is getting blocked with an "Access Denied" message.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68305" y="3965009"/>
            <a:ext cx="6376441" cy="24662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Plan for This week-</a:t>
            </a:r>
          </a:p>
          <a:p>
            <a:endParaRPr lang="en-US" dirty="0">
              <a:solidFill>
                <a:srgbClr val="FFFFFF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Calibri"/>
              </a:rPr>
              <a:t>The EPL team has informed us that they will check the regarding the access issue from their end and get back to 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686898" y="3903016"/>
            <a:ext cx="5308790" cy="252824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Key Risks /  Points to be highlighted-</a:t>
            </a:r>
            <a:endParaRPr lang="en-US" sz="1200" b="1" dirty="0">
              <a:solidFill>
                <a:schemeClr val="tx1"/>
              </a:solidFill>
              <a:cs typeface="Calibri"/>
            </a:endParaRPr>
          </a:p>
          <a:p>
            <a:endParaRPr lang="en-US" sz="1200" dirty="0">
              <a:solidFill>
                <a:schemeClr val="tx1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cs typeface="Calibri"/>
              </a:rPr>
              <a:t>Awaiting response from the EPL team for installation of other agents with NT Authority/Admin access.</a:t>
            </a:r>
            <a:endParaRPr lang="en-US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51779" y="3713684"/>
            <a:ext cx="11978229" cy="17383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/>
          <p:cNvSpPr/>
          <p:nvPr/>
        </p:nvSpPr>
        <p:spPr>
          <a:xfrm>
            <a:off x="6828047" y="948006"/>
            <a:ext cx="5017152" cy="477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Key Achievement-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95185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6914" y="371760"/>
            <a:ext cx="64633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ASM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70426312"/>
              </p:ext>
            </p:extLst>
          </p:nvPr>
        </p:nvGraphicFramePr>
        <p:xfrm>
          <a:off x="6828047" y="1567939"/>
          <a:ext cx="5017152" cy="2068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65026" y="1841717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172415" y="1841719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0164305" y="1857216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11156196" y="1857216"/>
            <a:ext cx="371959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7108557" y="1839133"/>
            <a:ext cx="436538" cy="38472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3771" y="948006"/>
            <a:ext cx="6297232" cy="28215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Progress Last week-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Calibri"/>
              </a:rPr>
              <a:t>Daily scanning is ongoing.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Calibri"/>
              </a:rPr>
              <a:t>Weekly and monthly auto reports are generated and sent.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684" y="3921097"/>
            <a:ext cx="6297232" cy="252824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Plan for This week-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Calibri"/>
              </a:rPr>
              <a:t>Continuous monitoring of the shared assets is in progress.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Calibri"/>
              </a:rPr>
              <a:t>Mitigation of detected vulnerabilities is awaited from the EPL team.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6898" y="3903016"/>
            <a:ext cx="5308790" cy="252824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Key Risks /  Points to be highlighted-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Calibri"/>
              </a:rPr>
              <a:t>Awaiting update from the EPL team on the closure of identified vulnerabilities.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1779" y="3713684"/>
            <a:ext cx="11978229" cy="17383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6828047" y="948006"/>
            <a:ext cx="5017152" cy="477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Key Achievement-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31813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7DF7BA-1741-20FB-5637-53CC0B71D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A76F-9141-4F48-BF2A-2F6751E8FA6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85A2CA-CB4C-7C55-38E8-AB261AFB3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1" y="957929"/>
            <a:ext cx="10773846" cy="46496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4C1185-7516-412A-638A-0CFE271BF7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956"/>
          <a:stretch>
            <a:fillRect/>
          </a:stretch>
        </p:blipFill>
        <p:spPr>
          <a:xfrm>
            <a:off x="209971" y="5900071"/>
            <a:ext cx="3827721" cy="28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15538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3351</TotalTime>
  <Words>434</Words>
  <Application>Microsoft Office PowerPoint</Application>
  <PresentationFormat>Widescreen</PresentationFormat>
  <Paragraphs>90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7_Office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Essel Deutschland GmbH &amp; Co.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Ulrike Stantke</dc:creator>
  <cp:lastModifiedBy>Neha Joshi</cp:lastModifiedBy>
  <cp:revision>12</cp:revision>
  <dcterms:created xsi:type="dcterms:W3CDTF">2018-02-16T11:46:49Z</dcterms:created>
  <dcterms:modified xsi:type="dcterms:W3CDTF">2025-09-25T07:48:24Z</dcterms:modified>
</cp:coreProperties>
</file>